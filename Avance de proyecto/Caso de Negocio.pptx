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58" r:id="rId6"/>
    <p:sldId id="259" r:id="rId7"/>
    <p:sldId id="260" r:id="rId8"/>
    <p:sldId id="266" r:id="rId9"/>
    <p:sldId id="269" r:id="rId10"/>
    <p:sldId id="261" r:id="rId11"/>
    <p:sldId id="263" r:id="rId12"/>
    <p:sldId id="262" r:id="rId13"/>
    <p:sldId id="267" r:id="rId14"/>
    <p:sldId id="264" r:id="rId15"/>
    <p:sldId id="265" r:id="rId16"/>
    <p:sldId id="270" r:id="rId17"/>
  </p:sldIdLst>
  <p:sldSz cx="9144000" cy="6858000" type="screen4x3"/>
  <p:notesSz cx="6858000" cy="9144000"/>
  <p:defaultTextStyle>
    <a:defPPr>
      <a:defRPr lang="es-V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Estilo oscuro 1 - Énfasis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53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953E6B6B-7E41-7116-E197-B0E9AB42BE9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s-VE"/>
          </a:p>
        </p:txBody>
      </p:sp>
      <p:sp>
        <p:nvSpPr>
          <p:cNvPr id="3" name="2 Marcador de fecha">
            <a:extLst>
              <a:ext uri="{FF2B5EF4-FFF2-40B4-BE49-F238E27FC236}">
                <a16:creationId xmlns:a16="http://schemas.microsoft.com/office/drawing/2014/main" id="{ECB765B5-88C9-B1F1-79BF-4CF0ED1E70E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E0E90F92-4F69-41D0-BA27-46AD7DD82485}" type="datetimeFigureOut">
              <a:rPr lang="es-VE"/>
              <a:pPr>
                <a:defRPr/>
              </a:pPr>
              <a:t>27/11/2025</a:t>
            </a:fld>
            <a:endParaRPr lang="es-VE"/>
          </a:p>
        </p:txBody>
      </p:sp>
      <p:sp>
        <p:nvSpPr>
          <p:cNvPr id="4" name="3 Marcador de imagen de diapositiva">
            <a:extLst>
              <a:ext uri="{FF2B5EF4-FFF2-40B4-BE49-F238E27FC236}">
                <a16:creationId xmlns:a16="http://schemas.microsoft.com/office/drawing/2014/main" id="{843D778D-DBEF-0D66-F1C0-526E9CDE2EA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VE" noProof="0"/>
          </a:p>
        </p:txBody>
      </p:sp>
      <p:sp>
        <p:nvSpPr>
          <p:cNvPr id="5" name="4 Marcador de notas">
            <a:extLst>
              <a:ext uri="{FF2B5EF4-FFF2-40B4-BE49-F238E27FC236}">
                <a16:creationId xmlns:a16="http://schemas.microsoft.com/office/drawing/2014/main" id="{DFEDFF5F-3D6D-D04E-3908-E732D60C440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VE" noProof="0"/>
          </a:p>
        </p:txBody>
      </p:sp>
      <p:sp>
        <p:nvSpPr>
          <p:cNvPr id="6" name="5 Marcador de pie de página">
            <a:extLst>
              <a:ext uri="{FF2B5EF4-FFF2-40B4-BE49-F238E27FC236}">
                <a16:creationId xmlns:a16="http://schemas.microsoft.com/office/drawing/2014/main" id="{01A4D0DF-7C67-577A-507D-3856E30362E0}"/>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s-VE"/>
          </a:p>
        </p:txBody>
      </p:sp>
      <p:sp>
        <p:nvSpPr>
          <p:cNvPr id="7" name="6 Marcador de número de diapositiva">
            <a:extLst>
              <a:ext uri="{FF2B5EF4-FFF2-40B4-BE49-F238E27FC236}">
                <a16:creationId xmlns:a16="http://schemas.microsoft.com/office/drawing/2014/main" id="{479BE14B-2B39-94CA-435D-E70E4676D07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62B3395A-9577-4711-A98B-29856A242080}" type="slidenum">
              <a:rPr lang="es-VE" altLang="es-MX"/>
              <a:pPr>
                <a:defRPr/>
              </a:pPr>
              <a:t>‹Nº›</a:t>
            </a:fld>
            <a:endParaRPr lang="es-VE" altLang="es-MX"/>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D0371A6-B3B2-D10E-FED5-2059FBD51196}"/>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MX" altLang="es-MX">
              <a:latin typeface="Calibri" panose="020F0502020204030204" pitchFamily="34" charset="0"/>
            </a:endParaRPr>
          </a:p>
        </p:txBody>
      </p:sp>
      <p:sp>
        <p:nvSpPr>
          <p:cNvPr id="5" name="Rectangle 3">
            <a:extLst>
              <a:ext uri="{FF2B5EF4-FFF2-40B4-BE49-F238E27FC236}">
                <a16:creationId xmlns:a16="http://schemas.microsoft.com/office/drawing/2014/main" id="{76C3A220-D1AB-DEE5-23EA-C824A020FA09}"/>
              </a:ext>
            </a:extLst>
          </p:cNvPr>
          <p:cNvSpPr>
            <a:spLocks noChangeArrowheads="1"/>
          </p:cNvSpPr>
          <p:nvPr userDrawn="1"/>
        </p:nvSpPr>
        <p:spPr bwMode="auto">
          <a:xfrm>
            <a:off x="142875" y="549275"/>
            <a:ext cx="3571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eaLnBrk="1" hangingPunct="1"/>
            <a:r>
              <a:rPr lang="es-VE" altLang="es-MX" sz="1400" b="1">
                <a:solidFill>
                  <a:srgbClr val="0D0D0D"/>
                </a:solidFill>
                <a:ea typeface="Calibri" panose="020F0502020204030204" pitchFamily="34" charset="0"/>
                <a:cs typeface="Times New Roman" panose="02020603050405020304" pitchFamily="18" charset="0"/>
              </a:rPr>
              <a:t>La Oficina de Proyectos de Informática</a:t>
            </a:r>
            <a:endParaRPr lang="es-VE" altLang="es-MX">
              <a:ea typeface="Calibri" panose="020F0502020204030204" pitchFamily="34" charset="0"/>
            </a:endParaRPr>
          </a:p>
        </p:txBody>
      </p:sp>
      <p:sp>
        <p:nvSpPr>
          <p:cNvPr id="6" name="Rectangle 5">
            <a:extLst>
              <a:ext uri="{FF2B5EF4-FFF2-40B4-BE49-F238E27FC236}">
                <a16:creationId xmlns:a16="http://schemas.microsoft.com/office/drawing/2014/main" id="{0050A8E4-8AF3-7D54-0AD0-A477B09C46F7}"/>
              </a:ext>
            </a:extLst>
          </p:cNvPr>
          <p:cNvSpPr>
            <a:spLocks noChangeArrowheads="1"/>
          </p:cNvSpPr>
          <p:nvPr userDrawn="1"/>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MX" altLang="es-MX">
              <a:latin typeface="Calibri" panose="020F0502020204030204" pitchFamily="34" charset="0"/>
            </a:endParaRPr>
          </a:p>
        </p:txBody>
      </p:sp>
      <p:sp>
        <p:nvSpPr>
          <p:cNvPr id="7" name="Rectangle 6">
            <a:extLst>
              <a:ext uri="{FF2B5EF4-FFF2-40B4-BE49-F238E27FC236}">
                <a16:creationId xmlns:a16="http://schemas.microsoft.com/office/drawing/2014/main" id="{4A0EC5EE-EC33-90A8-3B6A-13637E476AEB}"/>
              </a:ext>
            </a:extLst>
          </p:cNvPr>
          <p:cNvSpPr>
            <a:spLocks noChangeArrowheads="1"/>
          </p:cNvSpPr>
          <p:nvPr userDrawn="1"/>
        </p:nvSpPr>
        <p:spPr bwMode="auto">
          <a:xfrm>
            <a:off x="6572250" y="581025"/>
            <a:ext cx="2428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algn="r" eaLnBrk="1" hangingPunct="1"/>
            <a:r>
              <a:rPr lang="es-VE" altLang="es-MX" sz="1200" b="1" i="1">
                <a:solidFill>
                  <a:srgbClr val="365F91"/>
                </a:solidFill>
                <a:ea typeface="Calibri" panose="020F0502020204030204" pitchFamily="34" charset="0"/>
                <a:cs typeface="Times New Roman" panose="02020603050405020304" pitchFamily="18" charset="0"/>
              </a:rPr>
              <a:t>www.pmoinformatica.com</a:t>
            </a:r>
            <a:endParaRPr lang="es-VE" altLang="es-MX">
              <a:ea typeface="Calibri" panose="020F0502020204030204" pitchFamily="34" charset="0"/>
            </a:endParaRPr>
          </a:p>
        </p:txBody>
      </p:sp>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VE"/>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VE"/>
          </a:p>
        </p:txBody>
      </p:sp>
      <p:sp>
        <p:nvSpPr>
          <p:cNvPr id="8" name="3 Marcador de fecha">
            <a:extLst>
              <a:ext uri="{FF2B5EF4-FFF2-40B4-BE49-F238E27FC236}">
                <a16:creationId xmlns:a16="http://schemas.microsoft.com/office/drawing/2014/main" id="{B82BFD59-ED63-80C7-0F8E-4FD1C930D8D6}"/>
              </a:ext>
            </a:extLst>
          </p:cNvPr>
          <p:cNvSpPr>
            <a:spLocks noGrp="1"/>
          </p:cNvSpPr>
          <p:nvPr>
            <p:ph type="dt" sz="half" idx="10"/>
          </p:nvPr>
        </p:nvSpPr>
        <p:spPr/>
        <p:txBody>
          <a:bodyPr/>
          <a:lstStyle>
            <a:lvl1pPr>
              <a:defRPr/>
            </a:lvl1pPr>
          </a:lstStyle>
          <a:p>
            <a:pPr>
              <a:defRPr/>
            </a:pPr>
            <a:fld id="{0F977350-3191-41BB-9A48-847C1B5232E2}" type="datetime1">
              <a:rPr lang="es-VE"/>
              <a:pPr>
                <a:defRPr/>
              </a:pPr>
              <a:t>27/11/2025</a:t>
            </a:fld>
            <a:endParaRPr lang="es-VE"/>
          </a:p>
        </p:txBody>
      </p:sp>
      <p:sp>
        <p:nvSpPr>
          <p:cNvPr id="9" name="4 Marcador de pie de página">
            <a:extLst>
              <a:ext uri="{FF2B5EF4-FFF2-40B4-BE49-F238E27FC236}">
                <a16:creationId xmlns:a16="http://schemas.microsoft.com/office/drawing/2014/main" id="{AFC87597-0B3C-4C06-12F5-174023517D88}"/>
              </a:ext>
            </a:extLst>
          </p:cNvPr>
          <p:cNvSpPr>
            <a:spLocks noGrp="1"/>
          </p:cNvSpPr>
          <p:nvPr>
            <p:ph type="ftr" sz="quarter" idx="11"/>
          </p:nvPr>
        </p:nvSpPr>
        <p:spPr/>
        <p:txBody>
          <a:bodyPr/>
          <a:lstStyle>
            <a:lvl1pPr>
              <a:defRPr/>
            </a:lvl1pPr>
          </a:lstStyle>
          <a:p>
            <a:pPr>
              <a:defRPr/>
            </a:pPr>
            <a:endParaRPr lang="es-VE"/>
          </a:p>
        </p:txBody>
      </p:sp>
      <p:sp>
        <p:nvSpPr>
          <p:cNvPr id="10" name="5 Marcador de número de diapositiva">
            <a:extLst>
              <a:ext uri="{FF2B5EF4-FFF2-40B4-BE49-F238E27FC236}">
                <a16:creationId xmlns:a16="http://schemas.microsoft.com/office/drawing/2014/main" id="{6D41C9B0-7EB1-9789-7FEC-CE3ABB9FAE8D}"/>
              </a:ext>
            </a:extLst>
          </p:cNvPr>
          <p:cNvSpPr>
            <a:spLocks noGrp="1"/>
          </p:cNvSpPr>
          <p:nvPr>
            <p:ph type="sldNum" sz="quarter" idx="12"/>
          </p:nvPr>
        </p:nvSpPr>
        <p:spPr/>
        <p:txBody>
          <a:bodyPr/>
          <a:lstStyle>
            <a:lvl1pPr>
              <a:defRPr smtClean="0"/>
            </a:lvl1pPr>
          </a:lstStyle>
          <a:p>
            <a:pPr>
              <a:defRPr/>
            </a:pPr>
            <a:fld id="{E3A38F4F-5B4A-48F3-8FC3-4F38D6038949}" type="slidenum">
              <a:rPr lang="es-VE" altLang="es-MX"/>
              <a:pPr>
                <a:defRPr/>
              </a:pPr>
              <a:t>‹Nº›</a:t>
            </a:fld>
            <a:endParaRPr lang="es-VE" altLang="es-MX"/>
          </a:p>
        </p:txBody>
      </p:sp>
    </p:spTree>
    <p:extLst>
      <p:ext uri="{BB962C8B-B14F-4D97-AF65-F5344CB8AC3E}">
        <p14:creationId xmlns:p14="http://schemas.microsoft.com/office/powerpoint/2010/main" val="3947592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FA5AC12-B81C-F5E8-5C40-87775755AD06}"/>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MX" altLang="es-MX">
              <a:latin typeface="Calibri" panose="020F0502020204030204" pitchFamily="34" charset="0"/>
            </a:endParaRPr>
          </a:p>
        </p:txBody>
      </p:sp>
      <p:sp>
        <p:nvSpPr>
          <p:cNvPr id="5" name="Rectangle 3">
            <a:extLst>
              <a:ext uri="{FF2B5EF4-FFF2-40B4-BE49-F238E27FC236}">
                <a16:creationId xmlns:a16="http://schemas.microsoft.com/office/drawing/2014/main" id="{4B461B97-6498-5370-864F-094A0424D58D}"/>
              </a:ext>
            </a:extLst>
          </p:cNvPr>
          <p:cNvSpPr>
            <a:spLocks noChangeArrowheads="1"/>
          </p:cNvSpPr>
          <p:nvPr userDrawn="1"/>
        </p:nvSpPr>
        <p:spPr bwMode="auto">
          <a:xfrm>
            <a:off x="142875" y="549275"/>
            <a:ext cx="3571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eaLnBrk="1" hangingPunct="1"/>
            <a:r>
              <a:rPr lang="es-VE" altLang="es-MX" sz="1400" b="1">
                <a:solidFill>
                  <a:srgbClr val="0D0D0D"/>
                </a:solidFill>
                <a:ea typeface="Calibri" panose="020F0502020204030204" pitchFamily="34" charset="0"/>
                <a:cs typeface="Times New Roman" panose="02020603050405020304" pitchFamily="18" charset="0"/>
              </a:rPr>
              <a:t>La Oficina de Proyectos de Informática</a:t>
            </a:r>
            <a:endParaRPr lang="es-VE" altLang="es-MX">
              <a:ea typeface="Calibri" panose="020F0502020204030204" pitchFamily="34" charset="0"/>
            </a:endParaRPr>
          </a:p>
        </p:txBody>
      </p:sp>
      <p:sp>
        <p:nvSpPr>
          <p:cNvPr id="6" name="Rectangle 6">
            <a:extLst>
              <a:ext uri="{FF2B5EF4-FFF2-40B4-BE49-F238E27FC236}">
                <a16:creationId xmlns:a16="http://schemas.microsoft.com/office/drawing/2014/main" id="{BCF42E38-92C1-87A1-5280-245D055E3A35}"/>
              </a:ext>
            </a:extLst>
          </p:cNvPr>
          <p:cNvSpPr>
            <a:spLocks noChangeArrowheads="1"/>
          </p:cNvSpPr>
          <p:nvPr userDrawn="1"/>
        </p:nvSpPr>
        <p:spPr bwMode="auto">
          <a:xfrm>
            <a:off x="6572250" y="581025"/>
            <a:ext cx="2428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algn="r" eaLnBrk="1" hangingPunct="1"/>
            <a:r>
              <a:rPr lang="es-VE" altLang="es-MX" sz="1200" b="1" i="1">
                <a:solidFill>
                  <a:srgbClr val="365F91"/>
                </a:solidFill>
                <a:ea typeface="Calibri" panose="020F0502020204030204" pitchFamily="34" charset="0"/>
                <a:cs typeface="Times New Roman" panose="02020603050405020304" pitchFamily="18" charset="0"/>
              </a:rPr>
              <a:t>www.pmoinformatica.com</a:t>
            </a:r>
            <a:endParaRPr lang="es-VE" altLang="es-MX">
              <a:ea typeface="Calibri" panose="020F0502020204030204" pitchFamily="34" charset="0"/>
            </a:endParaRPr>
          </a:p>
        </p:txBody>
      </p:sp>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7" name="3 Marcador de fecha">
            <a:extLst>
              <a:ext uri="{FF2B5EF4-FFF2-40B4-BE49-F238E27FC236}">
                <a16:creationId xmlns:a16="http://schemas.microsoft.com/office/drawing/2014/main" id="{D305C5B4-0FA4-AC8F-4657-FFCF00C47019}"/>
              </a:ext>
            </a:extLst>
          </p:cNvPr>
          <p:cNvSpPr>
            <a:spLocks noGrp="1"/>
          </p:cNvSpPr>
          <p:nvPr>
            <p:ph type="dt" sz="half" idx="10"/>
          </p:nvPr>
        </p:nvSpPr>
        <p:spPr/>
        <p:txBody>
          <a:bodyPr/>
          <a:lstStyle>
            <a:lvl1pPr>
              <a:defRPr/>
            </a:lvl1pPr>
          </a:lstStyle>
          <a:p>
            <a:pPr>
              <a:defRPr/>
            </a:pPr>
            <a:fld id="{69A51DEA-BC49-4E5F-A86F-3539B738649A}" type="datetime1">
              <a:rPr lang="es-VE"/>
              <a:pPr>
                <a:defRPr/>
              </a:pPr>
              <a:t>27/11/2025</a:t>
            </a:fld>
            <a:endParaRPr lang="es-VE"/>
          </a:p>
        </p:txBody>
      </p:sp>
      <p:sp>
        <p:nvSpPr>
          <p:cNvPr id="8" name="4 Marcador de pie de página">
            <a:extLst>
              <a:ext uri="{FF2B5EF4-FFF2-40B4-BE49-F238E27FC236}">
                <a16:creationId xmlns:a16="http://schemas.microsoft.com/office/drawing/2014/main" id="{2D5CD226-234C-1C2A-FAD8-338830B83A1F}"/>
              </a:ext>
            </a:extLst>
          </p:cNvPr>
          <p:cNvSpPr>
            <a:spLocks noGrp="1"/>
          </p:cNvSpPr>
          <p:nvPr>
            <p:ph type="ftr" sz="quarter" idx="11"/>
          </p:nvPr>
        </p:nvSpPr>
        <p:spPr/>
        <p:txBody>
          <a:bodyPr/>
          <a:lstStyle>
            <a:lvl1pPr>
              <a:defRPr/>
            </a:lvl1pPr>
          </a:lstStyle>
          <a:p>
            <a:pPr>
              <a:defRPr/>
            </a:pPr>
            <a:endParaRPr lang="es-VE"/>
          </a:p>
        </p:txBody>
      </p:sp>
    </p:spTree>
    <p:extLst>
      <p:ext uri="{BB962C8B-B14F-4D97-AF65-F5344CB8AC3E}">
        <p14:creationId xmlns:p14="http://schemas.microsoft.com/office/powerpoint/2010/main" val="4020042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VE"/>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a:extLst>
              <a:ext uri="{FF2B5EF4-FFF2-40B4-BE49-F238E27FC236}">
                <a16:creationId xmlns:a16="http://schemas.microsoft.com/office/drawing/2014/main" id="{FB3EA145-2617-3476-086D-8BEDA787D4CD}"/>
              </a:ext>
            </a:extLst>
          </p:cNvPr>
          <p:cNvSpPr>
            <a:spLocks noGrp="1"/>
          </p:cNvSpPr>
          <p:nvPr>
            <p:ph type="dt" sz="half" idx="10"/>
          </p:nvPr>
        </p:nvSpPr>
        <p:spPr/>
        <p:txBody>
          <a:bodyPr/>
          <a:lstStyle>
            <a:lvl1pPr>
              <a:defRPr/>
            </a:lvl1pPr>
          </a:lstStyle>
          <a:p>
            <a:pPr>
              <a:defRPr/>
            </a:pPr>
            <a:fld id="{D66E80D2-DAE8-4B86-9B29-67F11F3CB4AE}" type="datetime1">
              <a:rPr lang="es-VE"/>
              <a:pPr>
                <a:defRPr/>
              </a:pPr>
              <a:t>27/11/2025</a:t>
            </a:fld>
            <a:endParaRPr lang="es-VE"/>
          </a:p>
        </p:txBody>
      </p:sp>
      <p:sp>
        <p:nvSpPr>
          <p:cNvPr id="5" name="4 Marcador de pie de página">
            <a:extLst>
              <a:ext uri="{FF2B5EF4-FFF2-40B4-BE49-F238E27FC236}">
                <a16:creationId xmlns:a16="http://schemas.microsoft.com/office/drawing/2014/main" id="{A23F0101-2998-848C-BD50-0EED5F7E42FA}"/>
              </a:ext>
            </a:extLst>
          </p:cNvPr>
          <p:cNvSpPr>
            <a:spLocks noGrp="1"/>
          </p:cNvSpPr>
          <p:nvPr>
            <p:ph type="ftr" sz="quarter" idx="11"/>
          </p:nvPr>
        </p:nvSpPr>
        <p:spPr/>
        <p:txBody>
          <a:bodyPr/>
          <a:lstStyle>
            <a:lvl1pPr>
              <a:defRPr/>
            </a:lvl1pPr>
          </a:lstStyle>
          <a:p>
            <a:pPr>
              <a:defRPr/>
            </a:pPr>
            <a:endParaRPr lang="es-VE"/>
          </a:p>
        </p:txBody>
      </p:sp>
      <p:sp>
        <p:nvSpPr>
          <p:cNvPr id="6" name="5 Marcador de número de diapositiva">
            <a:extLst>
              <a:ext uri="{FF2B5EF4-FFF2-40B4-BE49-F238E27FC236}">
                <a16:creationId xmlns:a16="http://schemas.microsoft.com/office/drawing/2014/main" id="{298E11D6-01DC-F58B-3B9B-82EC86B5CDE1}"/>
              </a:ext>
            </a:extLst>
          </p:cNvPr>
          <p:cNvSpPr>
            <a:spLocks noGrp="1"/>
          </p:cNvSpPr>
          <p:nvPr>
            <p:ph type="sldNum" sz="quarter" idx="12"/>
          </p:nvPr>
        </p:nvSpPr>
        <p:spPr/>
        <p:txBody>
          <a:bodyPr/>
          <a:lstStyle>
            <a:lvl1pPr>
              <a:defRPr/>
            </a:lvl1pPr>
          </a:lstStyle>
          <a:p>
            <a:pPr>
              <a:defRPr/>
            </a:pPr>
            <a:fld id="{42D9E959-AAD6-428F-BA0F-22A4EED4BF50}" type="slidenum">
              <a:rPr lang="es-VE" altLang="es-MX"/>
              <a:pPr>
                <a:defRPr/>
              </a:pPr>
              <a:t>‹Nº›</a:t>
            </a:fld>
            <a:endParaRPr lang="es-VE" altLang="es-MX"/>
          </a:p>
        </p:txBody>
      </p:sp>
    </p:spTree>
    <p:extLst>
      <p:ext uri="{BB962C8B-B14F-4D97-AF65-F5344CB8AC3E}">
        <p14:creationId xmlns:p14="http://schemas.microsoft.com/office/powerpoint/2010/main" val="1572603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A8C6E6A-8F8C-6558-4ABA-68FC7F217020}"/>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MX" altLang="es-MX">
              <a:latin typeface="Calibri" panose="020F0502020204030204" pitchFamily="34" charset="0"/>
            </a:endParaRPr>
          </a:p>
        </p:txBody>
      </p:sp>
      <p:sp>
        <p:nvSpPr>
          <p:cNvPr id="6" name="Rectangle 3">
            <a:extLst>
              <a:ext uri="{FF2B5EF4-FFF2-40B4-BE49-F238E27FC236}">
                <a16:creationId xmlns:a16="http://schemas.microsoft.com/office/drawing/2014/main" id="{EA0B5DC8-F518-BB67-CEDC-320C6A10DEC1}"/>
              </a:ext>
            </a:extLst>
          </p:cNvPr>
          <p:cNvSpPr>
            <a:spLocks noChangeArrowheads="1"/>
          </p:cNvSpPr>
          <p:nvPr userDrawn="1"/>
        </p:nvSpPr>
        <p:spPr bwMode="auto">
          <a:xfrm>
            <a:off x="142875" y="549275"/>
            <a:ext cx="3571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eaLnBrk="1" hangingPunct="1"/>
            <a:r>
              <a:rPr lang="es-VE" altLang="es-MX" sz="1400" b="1">
                <a:solidFill>
                  <a:srgbClr val="0D0D0D"/>
                </a:solidFill>
                <a:ea typeface="Calibri" panose="020F0502020204030204" pitchFamily="34" charset="0"/>
                <a:cs typeface="Times New Roman" panose="02020603050405020304" pitchFamily="18" charset="0"/>
              </a:rPr>
              <a:t>La Oficina de Proyectos de Informática</a:t>
            </a:r>
            <a:endParaRPr lang="es-VE" altLang="es-MX">
              <a:ea typeface="Calibri" panose="020F0502020204030204" pitchFamily="34" charset="0"/>
            </a:endParaRPr>
          </a:p>
        </p:txBody>
      </p:sp>
      <p:sp>
        <p:nvSpPr>
          <p:cNvPr id="7" name="Rectangle 6">
            <a:extLst>
              <a:ext uri="{FF2B5EF4-FFF2-40B4-BE49-F238E27FC236}">
                <a16:creationId xmlns:a16="http://schemas.microsoft.com/office/drawing/2014/main" id="{7434F9F0-B5D2-539D-5A87-A159405ECF85}"/>
              </a:ext>
            </a:extLst>
          </p:cNvPr>
          <p:cNvSpPr>
            <a:spLocks noChangeArrowheads="1"/>
          </p:cNvSpPr>
          <p:nvPr userDrawn="1"/>
        </p:nvSpPr>
        <p:spPr bwMode="auto">
          <a:xfrm>
            <a:off x="6572250" y="581025"/>
            <a:ext cx="2428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algn="r" eaLnBrk="1" hangingPunct="1"/>
            <a:r>
              <a:rPr lang="es-VE" altLang="es-MX" sz="1200" b="1" i="1">
                <a:solidFill>
                  <a:srgbClr val="365F91"/>
                </a:solidFill>
                <a:ea typeface="Calibri" panose="020F0502020204030204" pitchFamily="34" charset="0"/>
                <a:cs typeface="Times New Roman" panose="02020603050405020304" pitchFamily="18" charset="0"/>
              </a:rPr>
              <a:t>www.pmoinformatica.com</a:t>
            </a:r>
            <a:endParaRPr lang="es-VE" altLang="es-MX">
              <a:ea typeface="Calibri" panose="020F0502020204030204" pitchFamily="34" charset="0"/>
            </a:endParaRPr>
          </a:p>
        </p:txBody>
      </p:sp>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8" name="4 Marcador de fecha">
            <a:extLst>
              <a:ext uri="{FF2B5EF4-FFF2-40B4-BE49-F238E27FC236}">
                <a16:creationId xmlns:a16="http://schemas.microsoft.com/office/drawing/2014/main" id="{AF7710A9-B6D2-F3A7-BD32-F99BABE650B4}"/>
              </a:ext>
            </a:extLst>
          </p:cNvPr>
          <p:cNvSpPr>
            <a:spLocks noGrp="1"/>
          </p:cNvSpPr>
          <p:nvPr>
            <p:ph type="dt" sz="half" idx="10"/>
          </p:nvPr>
        </p:nvSpPr>
        <p:spPr/>
        <p:txBody>
          <a:bodyPr/>
          <a:lstStyle>
            <a:lvl1pPr>
              <a:defRPr/>
            </a:lvl1pPr>
          </a:lstStyle>
          <a:p>
            <a:pPr>
              <a:defRPr/>
            </a:pPr>
            <a:fld id="{434DDF4B-D5DF-4E13-9E76-700FE5327140}" type="datetime1">
              <a:rPr lang="es-VE"/>
              <a:pPr>
                <a:defRPr/>
              </a:pPr>
              <a:t>27/11/2025</a:t>
            </a:fld>
            <a:endParaRPr lang="es-VE"/>
          </a:p>
        </p:txBody>
      </p:sp>
      <p:sp>
        <p:nvSpPr>
          <p:cNvPr id="9" name="5 Marcador de pie de página">
            <a:extLst>
              <a:ext uri="{FF2B5EF4-FFF2-40B4-BE49-F238E27FC236}">
                <a16:creationId xmlns:a16="http://schemas.microsoft.com/office/drawing/2014/main" id="{919C6806-2454-F037-CF33-016EF38B0611}"/>
              </a:ext>
            </a:extLst>
          </p:cNvPr>
          <p:cNvSpPr>
            <a:spLocks noGrp="1"/>
          </p:cNvSpPr>
          <p:nvPr>
            <p:ph type="ftr" sz="quarter" idx="11"/>
          </p:nvPr>
        </p:nvSpPr>
        <p:spPr/>
        <p:txBody>
          <a:bodyPr/>
          <a:lstStyle>
            <a:lvl1pPr>
              <a:defRPr/>
            </a:lvl1pPr>
          </a:lstStyle>
          <a:p>
            <a:pPr>
              <a:defRPr/>
            </a:pPr>
            <a:endParaRPr lang="es-VE"/>
          </a:p>
        </p:txBody>
      </p:sp>
      <p:sp>
        <p:nvSpPr>
          <p:cNvPr id="10" name="6 Marcador de número de diapositiva">
            <a:extLst>
              <a:ext uri="{FF2B5EF4-FFF2-40B4-BE49-F238E27FC236}">
                <a16:creationId xmlns:a16="http://schemas.microsoft.com/office/drawing/2014/main" id="{A770BB1A-900A-36DF-47B5-239747D189B4}"/>
              </a:ext>
            </a:extLst>
          </p:cNvPr>
          <p:cNvSpPr>
            <a:spLocks noGrp="1"/>
          </p:cNvSpPr>
          <p:nvPr>
            <p:ph type="sldNum" sz="quarter" idx="12"/>
          </p:nvPr>
        </p:nvSpPr>
        <p:spPr/>
        <p:txBody>
          <a:bodyPr/>
          <a:lstStyle>
            <a:lvl1pPr>
              <a:defRPr smtClean="0"/>
            </a:lvl1pPr>
          </a:lstStyle>
          <a:p>
            <a:pPr>
              <a:defRPr/>
            </a:pPr>
            <a:fld id="{55CB8F14-8B61-4813-9D41-EDEAC554DB3B}" type="slidenum">
              <a:rPr lang="es-VE" altLang="es-MX"/>
              <a:pPr>
                <a:defRPr/>
              </a:pPr>
              <a:t>‹Nº›</a:t>
            </a:fld>
            <a:endParaRPr lang="es-VE" altLang="es-MX"/>
          </a:p>
        </p:txBody>
      </p:sp>
    </p:spTree>
    <p:extLst>
      <p:ext uri="{BB962C8B-B14F-4D97-AF65-F5344CB8AC3E}">
        <p14:creationId xmlns:p14="http://schemas.microsoft.com/office/powerpoint/2010/main" val="319357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732E08C-6249-5B20-9EA5-4654C615E397}"/>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MX" altLang="es-MX">
              <a:latin typeface="Calibri" panose="020F0502020204030204" pitchFamily="34" charset="0"/>
            </a:endParaRPr>
          </a:p>
        </p:txBody>
      </p:sp>
      <p:sp>
        <p:nvSpPr>
          <p:cNvPr id="8" name="Rectangle 3">
            <a:extLst>
              <a:ext uri="{FF2B5EF4-FFF2-40B4-BE49-F238E27FC236}">
                <a16:creationId xmlns:a16="http://schemas.microsoft.com/office/drawing/2014/main" id="{51029528-A23D-C1C1-AB83-42EF37E664CB}"/>
              </a:ext>
            </a:extLst>
          </p:cNvPr>
          <p:cNvSpPr>
            <a:spLocks noChangeArrowheads="1"/>
          </p:cNvSpPr>
          <p:nvPr userDrawn="1"/>
        </p:nvSpPr>
        <p:spPr bwMode="auto">
          <a:xfrm>
            <a:off x="142875" y="549275"/>
            <a:ext cx="3571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eaLnBrk="1" hangingPunct="1"/>
            <a:r>
              <a:rPr lang="es-VE" altLang="es-MX" sz="1400" b="1">
                <a:solidFill>
                  <a:srgbClr val="0D0D0D"/>
                </a:solidFill>
                <a:ea typeface="Calibri" panose="020F0502020204030204" pitchFamily="34" charset="0"/>
                <a:cs typeface="Times New Roman" panose="02020603050405020304" pitchFamily="18" charset="0"/>
              </a:rPr>
              <a:t>La Oficina de Proyectos de Informática</a:t>
            </a:r>
            <a:endParaRPr lang="es-VE" altLang="es-MX">
              <a:ea typeface="Calibri" panose="020F0502020204030204" pitchFamily="34" charset="0"/>
            </a:endParaRPr>
          </a:p>
        </p:txBody>
      </p:sp>
      <p:sp>
        <p:nvSpPr>
          <p:cNvPr id="9" name="Rectangle 6">
            <a:extLst>
              <a:ext uri="{FF2B5EF4-FFF2-40B4-BE49-F238E27FC236}">
                <a16:creationId xmlns:a16="http://schemas.microsoft.com/office/drawing/2014/main" id="{16FF7EF0-16B4-D854-10DF-C7E00F7A6BC4}"/>
              </a:ext>
            </a:extLst>
          </p:cNvPr>
          <p:cNvSpPr>
            <a:spLocks noChangeArrowheads="1"/>
          </p:cNvSpPr>
          <p:nvPr userDrawn="1"/>
        </p:nvSpPr>
        <p:spPr bwMode="auto">
          <a:xfrm>
            <a:off x="6572250" y="581025"/>
            <a:ext cx="2428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806700" algn="ctr"/>
                <a:tab pos="5611813" algn="r"/>
              </a:tabLst>
              <a:defRPr>
                <a:solidFill>
                  <a:schemeClr val="tx1"/>
                </a:solidFill>
                <a:latin typeface="Arial" panose="020B0604020202020204" pitchFamily="34" charset="0"/>
                <a:cs typeface="Arial" panose="020B0604020202020204" pitchFamily="34" charset="0"/>
              </a:defRPr>
            </a:lvl1pPr>
            <a:lvl2pPr marL="742950" indent="-285750">
              <a:tabLst>
                <a:tab pos="2806700" algn="ctr"/>
                <a:tab pos="5611813" algn="r"/>
              </a:tabLst>
              <a:defRPr>
                <a:solidFill>
                  <a:schemeClr val="tx1"/>
                </a:solidFill>
                <a:latin typeface="Arial" panose="020B0604020202020204" pitchFamily="34" charset="0"/>
                <a:cs typeface="Arial" panose="020B0604020202020204" pitchFamily="34" charset="0"/>
              </a:defRPr>
            </a:lvl2pPr>
            <a:lvl3pPr marL="1143000" indent="-228600">
              <a:tabLst>
                <a:tab pos="2806700" algn="ctr"/>
                <a:tab pos="5611813" algn="r"/>
              </a:tabLst>
              <a:defRPr>
                <a:solidFill>
                  <a:schemeClr val="tx1"/>
                </a:solidFill>
                <a:latin typeface="Arial" panose="020B0604020202020204" pitchFamily="34" charset="0"/>
                <a:cs typeface="Arial" panose="020B0604020202020204" pitchFamily="34" charset="0"/>
              </a:defRPr>
            </a:lvl3pPr>
            <a:lvl4pPr marL="1600200" indent="-228600">
              <a:tabLst>
                <a:tab pos="2806700" algn="ctr"/>
                <a:tab pos="5611813" algn="r"/>
              </a:tabLst>
              <a:defRPr>
                <a:solidFill>
                  <a:schemeClr val="tx1"/>
                </a:solidFill>
                <a:latin typeface="Arial" panose="020B0604020202020204" pitchFamily="34" charset="0"/>
                <a:cs typeface="Arial" panose="020B0604020202020204" pitchFamily="34" charset="0"/>
              </a:defRPr>
            </a:lvl4pPr>
            <a:lvl5pPr marL="2057400" indent="-228600">
              <a:tabLst>
                <a:tab pos="2806700" algn="ctr"/>
                <a:tab pos="5611813"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806700" algn="ctr"/>
                <a:tab pos="5611813" algn="r"/>
              </a:tabLst>
              <a:defRPr>
                <a:solidFill>
                  <a:schemeClr val="tx1"/>
                </a:solidFill>
                <a:latin typeface="Arial" panose="020B0604020202020204" pitchFamily="34" charset="0"/>
                <a:cs typeface="Arial" panose="020B0604020202020204" pitchFamily="34" charset="0"/>
              </a:defRPr>
            </a:lvl9pPr>
          </a:lstStyle>
          <a:p>
            <a:pPr algn="r" eaLnBrk="1" hangingPunct="1"/>
            <a:r>
              <a:rPr lang="es-VE" altLang="es-MX" sz="1200" b="1" i="1">
                <a:solidFill>
                  <a:srgbClr val="365F91"/>
                </a:solidFill>
                <a:ea typeface="Calibri" panose="020F0502020204030204" pitchFamily="34" charset="0"/>
                <a:cs typeface="Times New Roman" panose="02020603050405020304" pitchFamily="18" charset="0"/>
              </a:rPr>
              <a:t>www.pmoinformatica.com</a:t>
            </a:r>
            <a:endParaRPr lang="es-VE" altLang="es-MX">
              <a:ea typeface="Calibri" panose="020F0502020204030204" pitchFamily="34" charset="0"/>
            </a:endParaRPr>
          </a:p>
        </p:txBody>
      </p:sp>
      <p:sp>
        <p:nvSpPr>
          <p:cNvPr id="2" name="1 Título"/>
          <p:cNvSpPr>
            <a:spLocks noGrp="1"/>
          </p:cNvSpPr>
          <p:nvPr>
            <p:ph type="title"/>
          </p:nvPr>
        </p:nvSpPr>
        <p:spPr/>
        <p:txBody>
          <a:bodyPr/>
          <a:lstStyle>
            <a:lvl1pPr>
              <a:defRPr/>
            </a:lvl1pPr>
          </a:lstStyle>
          <a:p>
            <a:r>
              <a:rPr lang="es-ES"/>
              <a:t>Haga clic para modificar el estilo de título del patrón</a:t>
            </a:r>
            <a:endParaRPr lang="es-VE"/>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10" name="6 Marcador de fecha">
            <a:extLst>
              <a:ext uri="{FF2B5EF4-FFF2-40B4-BE49-F238E27FC236}">
                <a16:creationId xmlns:a16="http://schemas.microsoft.com/office/drawing/2014/main" id="{0D52E5D5-4BE1-6257-16EF-BD8F03924EF2}"/>
              </a:ext>
            </a:extLst>
          </p:cNvPr>
          <p:cNvSpPr>
            <a:spLocks noGrp="1"/>
          </p:cNvSpPr>
          <p:nvPr>
            <p:ph type="dt" sz="half" idx="10"/>
          </p:nvPr>
        </p:nvSpPr>
        <p:spPr/>
        <p:txBody>
          <a:bodyPr/>
          <a:lstStyle>
            <a:lvl1pPr>
              <a:defRPr/>
            </a:lvl1pPr>
          </a:lstStyle>
          <a:p>
            <a:pPr>
              <a:defRPr/>
            </a:pPr>
            <a:fld id="{D6F99102-B220-414E-80B3-D531FFF5B497}" type="datetime1">
              <a:rPr lang="es-VE"/>
              <a:pPr>
                <a:defRPr/>
              </a:pPr>
              <a:t>27/11/2025</a:t>
            </a:fld>
            <a:endParaRPr lang="es-VE"/>
          </a:p>
        </p:txBody>
      </p:sp>
      <p:sp>
        <p:nvSpPr>
          <p:cNvPr id="11" name="7 Marcador de pie de página">
            <a:extLst>
              <a:ext uri="{FF2B5EF4-FFF2-40B4-BE49-F238E27FC236}">
                <a16:creationId xmlns:a16="http://schemas.microsoft.com/office/drawing/2014/main" id="{D4981323-DBD2-7996-450C-36BB50B30B83}"/>
              </a:ext>
            </a:extLst>
          </p:cNvPr>
          <p:cNvSpPr>
            <a:spLocks noGrp="1"/>
          </p:cNvSpPr>
          <p:nvPr>
            <p:ph type="ftr" sz="quarter" idx="11"/>
          </p:nvPr>
        </p:nvSpPr>
        <p:spPr/>
        <p:txBody>
          <a:bodyPr/>
          <a:lstStyle>
            <a:lvl1pPr>
              <a:defRPr/>
            </a:lvl1pPr>
          </a:lstStyle>
          <a:p>
            <a:pPr>
              <a:defRPr/>
            </a:pPr>
            <a:endParaRPr lang="es-VE"/>
          </a:p>
        </p:txBody>
      </p:sp>
      <p:sp>
        <p:nvSpPr>
          <p:cNvPr id="12" name="8 Marcador de número de diapositiva">
            <a:extLst>
              <a:ext uri="{FF2B5EF4-FFF2-40B4-BE49-F238E27FC236}">
                <a16:creationId xmlns:a16="http://schemas.microsoft.com/office/drawing/2014/main" id="{357A5DF4-F8CF-747F-147D-B4D70325745C}"/>
              </a:ext>
            </a:extLst>
          </p:cNvPr>
          <p:cNvSpPr>
            <a:spLocks noGrp="1"/>
          </p:cNvSpPr>
          <p:nvPr>
            <p:ph type="sldNum" sz="quarter" idx="12"/>
          </p:nvPr>
        </p:nvSpPr>
        <p:spPr/>
        <p:txBody>
          <a:bodyPr/>
          <a:lstStyle>
            <a:lvl1pPr>
              <a:defRPr smtClean="0"/>
            </a:lvl1pPr>
          </a:lstStyle>
          <a:p>
            <a:pPr>
              <a:defRPr/>
            </a:pPr>
            <a:fld id="{FF80C11A-FFF7-45CC-A169-89B2A49AD163}" type="slidenum">
              <a:rPr lang="es-VE" altLang="es-MX"/>
              <a:pPr>
                <a:defRPr/>
              </a:pPr>
              <a:t>‹Nº›</a:t>
            </a:fld>
            <a:endParaRPr lang="es-VE" altLang="es-MX"/>
          </a:p>
        </p:txBody>
      </p:sp>
    </p:spTree>
    <p:extLst>
      <p:ext uri="{BB962C8B-B14F-4D97-AF65-F5344CB8AC3E}">
        <p14:creationId xmlns:p14="http://schemas.microsoft.com/office/powerpoint/2010/main" val="1638211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3 Marcador de fecha">
            <a:extLst>
              <a:ext uri="{FF2B5EF4-FFF2-40B4-BE49-F238E27FC236}">
                <a16:creationId xmlns:a16="http://schemas.microsoft.com/office/drawing/2014/main" id="{DBDA2061-782E-983E-2478-D2B137B23A2C}"/>
              </a:ext>
            </a:extLst>
          </p:cNvPr>
          <p:cNvSpPr>
            <a:spLocks noGrp="1"/>
          </p:cNvSpPr>
          <p:nvPr>
            <p:ph type="dt" sz="half" idx="10"/>
          </p:nvPr>
        </p:nvSpPr>
        <p:spPr/>
        <p:txBody>
          <a:bodyPr/>
          <a:lstStyle>
            <a:lvl1pPr>
              <a:defRPr/>
            </a:lvl1pPr>
          </a:lstStyle>
          <a:p>
            <a:pPr>
              <a:defRPr/>
            </a:pPr>
            <a:fld id="{2C4555B6-46B6-4CEA-A3A4-A69A4DDF4061}" type="datetime1">
              <a:rPr lang="es-VE"/>
              <a:pPr>
                <a:defRPr/>
              </a:pPr>
              <a:t>27/11/2025</a:t>
            </a:fld>
            <a:endParaRPr lang="es-VE"/>
          </a:p>
        </p:txBody>
      </p:sp>
      <p:sp>
        <p:nvSpPr>
          <p:cNvPr id="4" name="4 Marcador de pie de página">
            <a:extLst>
              <a:ext uri="{FF2B5EF4-FFF2-40B4-BE49-F238E27FC236}">
                <a16:creationId xmlns:a16="http://schemas.microsoft.com/office/drawing/2014/main" id="{DA3D1228-A502-389F-29D3-1201180670D4}"/>
              </a:ext>
            </a:extLst>
          </p:cNvPr>
          <p:cNvSpPr>
            <a:spLocks noGrp="1"/>
          </p:cNvSpPr>
          <p:nvPr>
            <p:ph type="ftr" sz="quarter" idx="11"/>
          </p:nvPr>
        </p:nvSpPr>
        <p:spPr/>
        <p:txBody>
          <a:bodyPr/>
          <a:lstStyle>
            <a:lvl1pPr>
              <a:defRPr/>
            </a:lvl1pPr>
          </a:lstStyle>
          <a:p>
            <a:pPr>
              <a:defRPr/>
            </a:pPr>
            <a:endParaRPr lang="es-VE"/>
          </a:p>
        </p:txBody>
      </p:sp>
      <p:sp>
        <p:nvSpPr>
          <p:cNvPr id="5" name="5 Marcador de número de diapositiva">
            <a:extLst>
              <a:ext uri="{FF2B5EF4-FFF2-40B4-BE49-F238E27FC236}">
                <a16:creationId xmlns:a16="http://schemas.microsoft.com/office/drawing/2014/main" id="{A9718FFB-32F6-A3C9-625B-4ADC98372BA8}"/>
              </a:ext>
            </a:extLst>
          </p:cNvPr>
          <p:cNvSpPr>
            <a:spLocks noGrp="1"/>
          </p:cNvSpPr>
          <p:nvPr>
            <p:ph type="sldNum" sz="quarter" idx="12"/>
          </p:nvPr>
        </p:nvSpPr>
        <p:spPr/>
        <p:txBody>
          <a:bodyPr/>
          <a:lstStyle>
            <a:lvl1pPr>
              <a:defRPr/>
            </a:lvl1pPr>
          </a:lstStyle>
          <a:p>
            <a:pPr>
              <a:defRPr/>
            </a:pPr>
            <a:fld id="{6165CD77-FE10-4F63-B3DC-750770BD67ED}" type="slidenum">
              <a:rPr lang="es-VE" altLang="es-MX"/>
              <a:pPr>
                <a:defRPr/>
              </a:pPr>
              <a:t>‹Nº›</a:t>
            </a:fld>
            <a:endParaRPr lang="es-VE" altLang="es-MX"/>
          </a:p>
        </p:txBody>
      </p:sp>
    </p:spTree>
    <p:extLst>
      <p:ext uri="{BB962C8B-B14F-4D97-AF65-F5344CB8AC3E}">
        <p14:creationId xmlns:p14="http://schemas.microsoft.com/office/powerpoint/2010/main" val="1074099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a:extLst>
              <a:ext uri="{FF2B5EF4-FFF2-40B4-BE49-F238E27FC236}">
                <a16:creationId xmlns:a16="http://schemas.microsoft.com/office/drawing/2014/main" id="{98BD5052-6AA7-F954-49F7-95044155B727}"/>
              </a:ext>
            </a:extLst>
          </p:cNvPr>
          <p:cNvSpPr>
            <a:spLocks noGrp="1"/>
          </p:cNvSpPr>
          <p:nvPr>
            <p:ph type="dt" sz="half" idx="10"/>
          </p:nvPr>
        </p:nvSpPr>
        <p:spPr/>
        <p:txBody>
          <a:bodyPr/>
          <a:lstStyle>
            <a:lvl1pPr>
              <a:defRPr/>
            </a:lvl1pPr>
          </a:lstStyle>
          <a:p>
            <a:pPr>
              <a:defRPr/>
            </a:pPr>
            <a:fld id="{08E9EB75-1B9F-40C5-92E6-CD1AF15E7206}" type="datetime1">
              <a:rPr lang="es-VE"/>
              <a:pPr>
                <a:defRPr/>
              </a:pPr>
              <a:t>27/11/2025</a:t>
            </a:fld>
            <a:endParaRPr lang="es-VE"/>
          </a:p>
        </p:txBody>
      </p:sp>
      <p:sp>
        <p:nvSpPr>
          <p:cNvPr id="3" name="4 Marcador de pie de página">
            <a:extLst>
              <a:ext uri="{FF2B5EF4-FFF2-40B4-BE49-F238E27FC236}">
                <a16:creationId xmlns:a16="http://schemas.microsoft.com/office/drawing/2014/main" id="{10610FAB-37C3-3E48-DAA8-1B71B9EA640D}"/>
              </a:ext>
            </a:extLst>
          </p:cNvPr>
          <p:cNvSpPr>
            <a:spLocks noGrp="1"/>
          </p:cNvSpPr>
          <p:nvPr>
            <p:ph type="ftr" sz="quarter" idx="11"/>
          </p:nvPr>
        </p:nvSpPr>
        <p:spPr/>
        <p:txBody>
          <a:bodyPr/>
          <a:lstStyle>
            <a:lvl1pPr>
              <a:defRPr/>
            </a:lvl1pPr>
          </a:lstStyle>
          <a:p>
            <a:pPr>
              <a:defRPr/>
            </a:pPr>
            <a:endParaRPr lang="es-VE"/>
          </a:p>
        </p:txBody>
      </p:sp>
      <p:sp>
        <p:nvSpPr>
          <p:cNvPr id="4" name="5 Marcador de número de diapositiva">
            <a:extLst>
              <a:ext uri="{FF2B5EF4-FFF2-40B4-BE49-F238E27FC236}">
                <a16:creationId xmlns:a16="http://schemas.microsoft.com/office/drawing/2014/main" id="{AD8D1D76-2926-6FCD-89ED-C16D97A3E1CB}"/>
              </a:ext>
            </a:extLst>
          </p:cNvPr>
          <p:cNvSpPr>
            <a:spLocks noGrp="1"/>
          </p:cNvSpPr>
          <p:nvPr>
            <p:ph type="sldNum" sz="quarter" idx="12"/>
          </p:nvPr>
        </p:nvSpPr>
        <p:spPr/>
        <p:txBody>
          <a:bodyPr/>
          <a:lstStyle>
            <a:lvl1pPr>
              <a:defRPr/>
            </a:lvl1pPr>
          </a:lstStyle>
          <a:p>
            <a:pPr>
              <a:defRPr/>
            </a:pPr>
            <a:fld id="{2B50E2E6-D893-423F-8CAA-D42FBA849BBC}" type="slidenum">
              <a:rPr lang="es-VE" altLang="es-MX"/>
              <a:pPr>
                <a:defRPr/>
              </a:pPr>
              <a:t>‹Nº›</a:t>
            </a:fld>
            <a:endParaRPr lang="es-VE" altLang="es-MX"/>
          </a:p>
        </p:txBody>
      </p:sp>
    </p:spTree>
    <p:extLst>
      <p:ext uri="{BB962C8B-B14F-4D97-AF65-F5344CB8AC3E}">
        <p14:creationId xmlns:p14="http://schemas.microsoft.com/office/powerpoint/2010/main" val="3289945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V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0651CC02-C864-D1D8-DF7A-D7DA04CECCE2}"/>
              </a:ext>
            </a:extLst>
          </p:cNvPr>
          <p:cNvSpPr>
            <a:spLocks noGrp="1"/>
          </p:cNvSpPr>
          <p:nvPr>
            <p:ph type="dt" sz="half" idx="10"/>
          </p:nvPr>
        </p:nvSpPr>
        <p:spPr/>
        <p:txBody>
          <a:bodyPr/>
          <a:lstStyle>
            <a:lvl1pPr>
              <a:defRPr/>
            </a:lvl1pPr>
          </a:lstStyle>
          <a:p>
            <a:pPr>
              <a:defRPr/>
            </a:pPr>
            <a:fld id="{41D7EB44-E790-47DA-AB9D-BB966C8BEEEC}" type="datetime1">
              <a:rPr lang="es-VE"/>
              <a:pPr>
                <a:defRPr/>
              </a:pPr>
              <a:t>27/11/2025</a:t>
            </a:fld>
            <a:endParaRPr lang="es-VE"/>
          </a:p>
        </p:txBody>
      </p:sp>
      <p:sp>
        <p:nvSpPr>
          <p:cNvPr id="6" name="4 Marcador de pie de página">
            <a:extLst>
              <a:ext uri="{FF2B5EF4-FFF2-40B4-BE49-F238E27FC236}">
                <a16:creationId xmlns:a16="http://schemas.microsoft.com/office/drawing/2014/main" id="{E89653E1-AFA0-CB6E-E0C4-332089E29CE0}"/>
              </a:ext>
            </a:extLst>
          </p:cNvPr>
          <p:cNvSpPr>
            <a:spLocks noGrp="1"/>
          </p:cNvSpPr>
          <p:nvPr>
            <p:ph type="ftr" sz="quarter" idx="11"/>
          </p:nvPr>
        </p:nvSpPr>
        <p:spPr/>
        <p:txBody>
          <a:bodyPr/>
          <a:lstStyle>
            <a:lvl1pPr>
              <a:defRPr/>
            </a:lvl1pPr>
          </a:lstStyle>
          <a:p>
            <a:pPr>
              <a:defRPr/>
            </a:pPr>
            <a:endParaRPr lang="es-VE"/>
          </a:p>
        </p:txBody>
      </p:sp>
      <p:sp>
        <p:nvSpPr>
          <p:cNvPr id="7" name="5 Marcador de número de diapositiva">
            <a:extLst>
              <a:ext uri="{FF2B5EF4-FFF2-40B4-BE49-F238E27FC236}">
                <a16:creationId xmlns:a16="http://schemas.microsoft.com/office/drawing/2014/main" id="{65727CF0-9D21-6760-11A8-DE990EE6D32E}"/>
              </a:ext>
            </a:extLst>
          </p:cNvPr>
          <p:cNvSpPr>
            <a:spLocks noGrp="1"/>
          </p:cNvSpPr>
          <p:nvPr>
            <p:ph type="sldNum" sz="quarter" idx="12"/>
          </p:nvPr>
        </p:nvSpPr>
        <p:spPr/>
        <p:txBody>
          <a:bodyPr/>
          <a:lstStyle>
            <a:lvl1pPr>
              <a:defRPr/>
            </a:lvl1pPr>
          </a:lstStyle>
          <a:p>
            <a:pPr>
              <a:defRPr/>
            </a:pPr>
            <a:fld id="{DAF28D71-0635-4EC5-A061-986FC93230B3}" type="slidenum">
              <a:rPr lang="es-VE" altLang="es-MX"/>
              <a:pPr>
                <a:defRPr/>
              </a:pPr>
              <a:t>‹Nº›</a:t>
            </a:fld>
            <a:endParaRPr lang="es-VE" altLang="es-MX"/>
          </a:p>
        </p:txBody>
      </p:sp>
    </p:spTree>
    <p:extLst>
      <p:ext uri="{BB962C8B-B14F-4D97-AF65-F5344CB8AC3E}">
        <p14:creationId xmlns:p14="http://schemas.microsoft.com/office/powerpoint/2010/main" val="150591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VE"/>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VE"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5A885CEA-4305-5644-58EA-1C40CEC6986D}"/>
              </a:ext>
            </a:extLst>
          </p:cNvPr>
          <p:cNvSpPr>
            <a:spLocks noGrp="1"/>
          </p:cNvSpPr>
          <p:nvPr>
            <p:ph type="dt" sz="half" idx="10"/>
          </p:nvPr>
        </p:nvSpPr>
        <p:spPr/>
        <p:txBody>
          <a:bodyPr/>
          <a:lstStyle>
            <a:lvl1pPr>
              <a:defRPr/>
            </a:lvl1pPr>
          </a:lstStyle>
          <a:p>
            <a:pPr>
              <a:defRPr/>
            </a:pPr>
            <a:fld id="{AFB04F76-AD7C-42A8-9826-790D06E84F7D}" type="datetime1">
              <a:rPr lang="es-VE"/>
              <a:pPr>
                <a:defRPr/>
              </a:pPr>
              <a:t>27/11/2025</a:t>
            </a:fld>
            <a:endParaRPr lang="es-VE"/>
          </a:p>
        </p:txBody>
      </p:sp>
      <p:sp>
        <p:nvSpPr>
          <p:cNvPr id="6" name="4 Marcador de pie de página">
            <a:extLst>
              <a:ext uri="{FF2B5EF4-FFF2-40B4-BE49-F238E27FC236}">
                <a16:creationId xmlns:a16="http://schemas.microsoft.com/office/drawing/2014/main" id="{DE55344A-F57C-6528-EB80-073EC2EF3AAD}"/>
              </a:ext>
            </a:extLst>
          </p:cNvPr>
          <p:cNvSpPr>
            <a:spLocks noGrp="1"/>
          </p:cNvSpPr>
          <p:nvPr>
            <p:ph type="ftr" sz="quarter" idx="11"/>
          </p:nvPr>
        </p:nvSpPr>
        <p:spPr/>
        <p:txBody>
          <a:bodyPr/>
          <a:lstStyle>
            <a:lvl1pPr>
              <a:defRPr/>
            </a:lvl1pPr>
          </a:lstStyle>
          <a:p>
            <a:pPr>
              <a:defRPr/>
            </a:pPr>
            <a:endParaRPr lang="es-VE"/>
          </a:p>
        </p:txBody>
      </p:sp>
      <p:sp>
        <p:nvSpPr>
          <p:cNvPr id="7" name="5 Marcador de número de diapositiva">
            <a:extLst>
              <a:ext uri="{FF2B5EF4-FFF2-40B4-BE49-F238E27FC236}">
                <a16:creationId xmlns:a16="http://schemas.microsoft.com/office/drawing/2014/main" id="{E024249E-DD72-2DC6-128E-3B2AEA5502E7}"/>
              </a:ext>
            </a:extLst>
          </p:cNvPr>
          <p:cNvSpPr>
            <a:spLocks noGrp="1"/>
          </p:cNvSpPr>
          <p:nvPr>
            <p:ph type="sldNum" sz="quarter" idx="12"/>
          </p:nvPr>
        </p:nvSpPr>
        <p:spPr/>
        <p:txBody>
          <a:bodyPr/>
          <a:lstStyle>
            <a:lvl1pPr>
              <a:defRPr/>
            </a:lvl1pPr>
          </a:lstStyle>
          <a:p>
            <a:pPr>
              <a:defRPr/>
            </a:pPr>
            <a:fld id="{521B89D0-6C60-46CF-8F90-09B323F017B0}" type="slidenum">
              <a:rPr lang="es-VE" altLang="es-MX"/>
              <a:pPr>
                <a:defRPr/>
              </a:pPr>
              <a:t>‹Nº›</a:t>
            </a:fld>
            <a:endParaRPr lang="es-VE" altLang="es-MX"/>
          </a:p>
        </p:txBody>
      </p:sp>
    </p:spTree>
    <p:extLst>
      <p:ext uri="{BB962C8B-B14F-4D97-AF65-F5344CB8AC3E}">
        <p14:creationId xmlns:p14="http://schemas.microsoft.com/office/powerpoint/2010/main" val="3242946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fecha">
            <a:extLst>
              <a:ext uri="{FF2B5EF4-FFF2-40B4-BE49-F238E27FC236}">
                <a16:creationId xmlns:a16="http://schemas.microsoft.com/office/drawing/2014/main" id="{5AA41F1E-E8B3-6A8A-3F0F-83B1A6DE6BA5}"/>
              </a:ext>
            </a:extLst>
          </p:cNvPr>
          <p:cNvSpPr>
            <a:spLocks noGrp="1"/>
          </p:cNvSpPr>
          <p:nvPr>
            <p:ph type="dt" sz="half" idx="10"/>
          </p:nvPr>
        </p:nvSpPr>
        <p:spPr/>
        <p:txBody>
          <a:bodyPr/>
          <a:lstStyle>
            <a:lvl1pPr>
              <a:defRPr/>
            </a:lvl1pPr>
          </a:lstStyle>
          <a:p>
            <a:pPr>
              <a:defRPr/>
            </a:pPr>
            <a:fld id="{0D499656-6AE6-42C1-A9D9-5BC875C2180E}" type="datetime1">
              <a:rPr lang="es-VE"/>
              <a:pPr>
                <a:defRPr/>
              </a:pPr>
              <a:t>27/11/2025</a:t>
            </a:fld>
            <a:endParaRPr lang="es-VE"/>
          </a:p>
        </p:txBody>
      </p:sp>
      <p:sp>
        <p:nvSpPr>
          <p:cNvPr id="5" name="4 Marcador de pie de página">
            <a:extLst>
              <a:ext uri="{FF2B5EF4-FFF2-40B4-BE49-F238E27FC236}">
                <a16:creationId xmlns:a16="http://schemas.microsoft.com/office/drawing/2014/main" id="{EF864690-7217-6034-B3A6-CB15B97FF8C0}"/>
              </a:ext>
            </a:extLst>
          </p:cNvPr>
          <p:cNvSpPr>
            <a:spLocks noGrp="1"/>
          </p:cNvSpPr>
          <p:nvPr>
            <p:ph type="ftr" sz="quarter" idx="11"/>
          </p:nvPr>
        </p:nvSpPr>
        <p:spPr/>
        <p:txBody>
          <a:bodyPr/>
          <a:lstStyle>
            <a:lvl1pPr>
              <a:defRPr/>
            </a:lvl1pPr>
          </a:lstStyle>
          <a:p>
            <a:pPr>
              <a:defRPr/>
            </a:pPr>
            <a:endParaRPr lang="es-VE"/>
          </a:p>
        </p:txBody>
      </p:sp>
      <p:sp>
        <p:nvSpPr>
          <p:cNvPr id="6" name="5 Marcador de número de diapositiva">
            <a:extLst>
              <a:ext uri="{FF2B5EF4-FFF2-40B4-BE49-F238E27FC236}">
                <a16:creationId xmlns:a16="http://schemas.microsoft.com/office/drawing/2014/main" id="{96A2FE14-5365-B4C6-1E4C-731BABEB78A7}"/>
              </a:ext>
            </a:extLst>
          </p:cNvPr>
          <p:cNvSpPr>
            <a:spLocks noGrp="1"/>
          </p:cNvSpPr>
          <p:nvPr>
            <p:ph type="sldNum" sz="quarter" idx="12"/>
          </p:nvPr>
        </p:nvSpPr>
        <p:spPr/>
        <p:txBody>
          <a:bodyPr/>
          <a:lstStyle>
            <a:lvl1pPr>
              <a:defRPr/>
            </a:lvl1pPr>
          </a:lstStyle>
          <a:p>
            <a:pPr>
              <a:defRPr/>
            </a:pPr>
            <a:fld id="{5480622A-2EF7-4A25-A49E-DA94ACE34ECC}" type="slidenum">
              <a:rPr lang="es-VE" altLang="es-MX"/>
              <a:pPr>
                <a:defRPr/>
              </a:pPr>
              <a:t>‹Nº›</a:t>
            </a:fld>
            <a:endParaRPr lang="es-VE" altLang="es-MX"/>
          </a:p>
        </p:txBody>
      </p:sp>
    </p:spTree>
    <p:extLst>
      <p:ext uri="{BB962C8B-B14F-4D97-AF65-F5344CB8AC3E}">
        <p14:creationId xmlns:p14="http://schemas.microsoft.com/office/powerpoint/2010/main" val="1025897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VE"/>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fecha">
            <a:extLst>
              <a:ext uri="{FF2B5EF4-FFF2-40B4-BE49-F238E27FC236}">
                <a16:creationId xmlns:a16="http://schemas.microsoft.com/office/drawing/2014/main" id="{AED6516C-F605-31F9-20FC-5223B563CF01}"/>
              </a:ext>
            </a:extLst>
          </p:cNvPr>
          <p:cNvSpPr>
            <a:spLocks noGrp="1"/>
          </p:cNvSpPr>
          <p:nvPr>
            <p:ph type="dt" sz="half" idx="10"/>
          </p:nvPr>
        </p:nvSpPr>
        <p:spPr/>
        <p:txBody>
          <a:bodyPr/>
          <a:lstStyle>
            <a:lvl1pPr>
              <a:defRPr/>
            </a:lvl1pPr>
          </a:lstStyle>
          <a:p>
            <a:pPr>
              <a:defRPr/>
            </a:pPr>
            <a:fld id="{AC2AE889-8E4E-4DCD-8EF1-E752A4CA9CBD}" type="datetime1">
              <a:rPr lang="es-VE"/>
              <a:pPr>
                <a:defRPr/>
              </a:pPr>
              <a:t>27/11/2025</a:t>
            </a:fld>
            <a:endParaRPr lang="es-VE"/>
          </a:p>
        </p:txBody>
      </p:sp>
      <p:sp>
        <p:nvSpPr>
          <p:cNvPr id="5" name="4 Marcador de pie de página">
            <a:extLst>
              <a:ext uri="{FF2B5EF4-FFF2-40B4-BE49-F238E27FC236}">
                <a16:creationId xmlns:a16="http://schemas.microsoft.com/office/drawing/2014/main" id="{FB2FBEF4-9BEF-A4FD-723E-84D27C21847A}"/>
              </a:ext>
            </a:extLst>
          </p:cNvPr>
          <p:cNvSpPr>
            <a:spLocks noGrp="1"/>
          </p:cNvSpPr>
          <p:nvPr>
            <p:ph type="ftr" sz="quarter" idx="11"/>
          </p:nvPr>
        </p:nvSpPr>
        <p:spPr/>
        <p:txBody>
          <a:bodyPr/>
          <a:lstStyle>
            <a:lvl1pPr>
              <a:defRPr/>
            </a:lvl1pPr>
          </a:lstStyle>
          <a:p>
            <a:pPr>
              <a:defRPr/>
            </a:pPr>
            <a:endParaRPr lang="es-VE"/>
          </a:p>
        </p:txBody>
      </p:sp>
      <p:sp>
        <p:nvSpPr>
          <p:cNvPr id="6" name="5 Marcador de número de diapositiva">
            <a:extLst>
              <a:ext uri="{FF2B5EF4-FFF2-40B4-BE49-F238E27FC236}">
                <a16:creationId xmlns:a16="http://schemas.microsoft.com/office/drawing/2014/main" id="{B3955FD6-BA52-26F8-952F-D7F2C967DB76}"/>
              </a:ext>
            </a:extLst>
          </p:cNvPr>
          <p:cNvSpPr>
            <a:spLocks noGrp="1"/>
          </p:cNvSpPr>
          <p:nvPr>
            <p:ph type="sldNum" sz="quarter" idx="12"/>
          </p:nvPr>
        </p:nvSpPr>
        <p:spPr/>
        <p:txBody>
          <a:bodyPr/>
          <a:lstStyle>
            <a:lvl1pPr>
              <a:defRPr/>
            </a:lvl1pPr>
          </a:lstStyle>
          <a:p>
            <a:pPr>
              <a:defRPr/>
            </a:pPr>
            <a:fld id="{2469DA18-5A21-49CF-BDBF-A732E639CEF0}" type="slidenum">
              <a:rPr lang="es-VE" altLang="es-MX"/>
              <a:pPr>
                <a:defRPr/>
              </a:pPr>
              <a:t>‹Nº›</a:t>
            </a:fld>
            <a:endParaRPr lang="es-VE" altLang="es-MX"/>
          </a:p>
        </p:txBody>
      </p:sp>
    </p:spTree>
    <p:extLst>
      <p:ext uri="{BB962C8B-B14F-4D97-AF65-F5344CB8AC3E}">
        <p14:creationId xmlns:p14="http://schemas.microsoft.com/office/powerpoint/2010/main" val="592674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4EBFCD69-E068-E257-22B3-00D1FA678C9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MX"/>
              <a:t>Haga clic para modificar el estilo de título del patrón</a:t>
            </a:r>
            <a:endParaRPr lang="es-VE" altLang="es-MX"/>
          </a:p>
        </p:txBody>
      </p:sp>
      <p:sp>
        <p:nvSpPr>
          <p:cNvPr id="1027" name="2 Marcador de texto">
            <a:extLst>
              <a:ext uri="{FF2B5EF4-FFF2-40B4-BE49-F238E27FC236}">
                <a16:creationId xmlns:a16="http://schemas.microsoft.com/office/drawing/2014/main" id="{2FEEFD9F-4BA4-AEC6-BDBB-AD4C671BC7A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MX"/>
              <a:t>Haga clic para modificar el estilo de texto del patrón</a:t>
            </a:r>
          </a:p>
          <a:p>
            <a:pPr lvl="1"/>
            <a:r>
              <a:rPr lang="es-ES" altLang="es-MX"/>
              <a:t>Segundo nivel</a:t>
            </a:r>
          </a:p>
          <a:p>
            <a:pPr lvl="2"/>
            <a:r>
              <a:rPr lang="es-ES" altLang="es-MX"/>
              <a:t>Tercer nivel</a:t>
            </a:r>
          </a:p>
          <a:p>
            <a:pPr lvl="3"/>
            <a:r>
              <a:rPr lang="es-ES" altLang="es-MX"/>
              <a:t>Cuarto nivel</a:t>
            </a:r>
          </a:p>
          <a:p>
            <a:pPr lvl="4"/>
            <a:r>
              <a:rPr lang="es-ES" altLang="es-MX"/>
              <a:t>Quinto nivel</a:t>
            </a:r>
            <a:endParaRPr lang="es-VE" altLang="es-MX"/>
          </a:p>
        </p:txBody>
      </p:sp>
      <p:sp>
        <p:nvSpPr>
          <p:cNvPr id="4" name="3 Marcador de fecha">
            <a:extLst>
              <a:ext uri="{FF2B5EF4-FFF2-40B4-BE49-F238E27FC236}">
                <a16:creationId xmlns:a16="http://schemas.microsoft.com/office/drawing/2014/main" id="{B369558C-2C11-75C7-C2B0-C5D9303865D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C8B8CCB3-6146-44D9-B060-C7F8BC20D40B}" type="datetime1">
              <a:rPr lang="es-VE"/>
              <a:pPr>
                <a:defRPr/>
              </a:pPr>
              <a:t>27/11/2025</a:t>
            </a:fld>
            <a:endParaRPr lang="es-VE"/>
          </a:p>
        </p:txBody>
      </p:sp>
      <p:sp>
        <p:nvSpPr>
          <p:cNvPr id="5" name="4 Marcador de pie de página">
            <a:extLst>
              <a:ext uri="{FF2B5EF4-FFF2-40B4-BE49-F238E27FC236}">
                <a16:creationId xmlns:a16="http://schemas.microsoft.com/office/drawing/2014/main" id="{67DF3607-5B51-3075-585C-498E4E8ECAB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s-VE"/>
          </a:p>
        </p:txBody>
      </p:sp>
      <p:sp>
        <p:nvSpPr>
          <p:cNvPr id="6" name="5 Marcador de número de diapositiva">
            <a:extLst>
              <a:ext uri="{FF2B5EF4-FFF2-40B4-BE49-F238E27FC236}">
                <a16:creationId xmlns:a16="http://schemas.microsoft.com/office/drawing/2014/main" id="{DFC3006A-84B0-927E-37E8-16E57A9FDAC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C88FB8AA-D632-4D11-BB79-15F0A88392A0}" type="slidenum">
              <a:rPr lang="es-VE" altLang="es-MX"/>
              <a:pPr>
                <a:defRPr/>
              </a:pPr>
              <a:t>‹Nº›</a:t>
            </a:fld>
            <a:endParaRPr lang="es-VE" altLang="es-MX"/>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09" r:id="rId3"/>
    <p:sldLayoutId id="2147483718" r:id="rId4"/>
    <p:sldLayoutId id="2147483719" r:id="rId5"/>
    <p:sldLayoutId id="2147483710" r:id="rId6"/>
    <p:sldLayoutId id="2147483711" r:id="rId7"/>
    <p:sldLayoutId id="2147483712" r:id="rId8"/>
    <p:sldLayoutId id="2147483713" r:id="rId9"/>
    <p:sldLayoutId id="2147483714" r:id="rId10"/>
    <p:sldLayoutId id="2147483715"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Título">
            <a:extLst>
              <a:ext uri="{FF2B5EF4-FFF2-40B4-BE49-F238E27FC236}">
                <a16:creationId xmlns:a16="http://schemas.microsoft.com/office/drawing/2014/main" id="{DCF26BDB-D706-00A8-D527-9BA736965ADF}"/>
              </a:ext>
            </a:extLst>
          </p:cNvPr>
          <p:cNvSpPr>
            <a:spLocks noGrp="1"/>
          </p:cNvSpPr>
          <p:nvPr>
            <p:ph type="ctrTitle"/>
          </p:nvPr>
        </p:nvSpPr>
        <p:spPr/>
        <p:txBody>
          <a:bodyPr/>
          <a:lstStyle/>
          <a:p>
            <a:pPr eaLnBrk="1" hangingPunct="1">
              <a:defRPr/>
            </a:pPr>
            <a:r>
              <a:rPr lang="es-VE" b="1"/>
              <a:t>Caso de Negocio</a:t>
            </a:r>
            <a:br>
              <a:rPr lang="es-VE" b="1"/>
            </a:br>
            <a:r>
              <a:rPr lang="es-VE" sz="2400" b="1">
                <a:solidFill>
                  <a:srgbClr val="00B050"/>
                </a:solidFill>
              </a:rPr>
              <a:t> Integración Escolar </a:t>
            </a:r>
            <a:endParaRPr lang="es-VE" sz="2400" b="1">
              <a:solidFill>
                <a:srgbClr val="00B050"/>
              </a:solidFill>
              <a:latin typeface="+mn-lt"/>
              <a:ea typeface="+mn-ea"/>
              <a:cs typeface="+mn-cs"/>
            </a:endParaRPr>
          </a:p>
        </p:txBody>
      </p:sp>
      <p:sp>
        <p:nvSpPr>
          <p:cNvPr id="3" name="2 Subtítulo">
            <a:extLst>
              <a:ext uri="{FF2B5EF4-FFF2-40B4-BE49-F238E27FC236}">
                <a16:creationId xmlns:a16="http://schemas.microsoft.com/office/drawing/2014/main" id="{44297B29-ABB6-E0BA-F161-CA0B63E1FE86}"/>
              </a:ext>
            </a:extLst>
          </p:cNvPr>
          <p:cNvSpPr>
            <a:spLocks noGrp="1"/>
          </p:cNvSpPr>
          <p:nvPr>
            <p:ph type="subTitle" idx="1"/>
          </p:nvPr>
        </p:nvSpPr>
        <p:spPr>
          <a:xfrm>
            <a:off x="1500188" y="3786188"/>
            <a:ext cx="6400800" cy="1500187"/>
          </a:xfrm>
        </p:spPr>
        <p:txBody>
          <a:bodyPr rtlCol="0">
            <a:normAutofit fontScale="70000" lnSpcReduction="20000"/>
          </a:bodyPr>
          <a:lstStyle/>
          <a:p>
            <a:pPr algn="l" eaLnBrk="1" fontAlgn="auto" hangingPunct="1">
              <a:spcAft>
                <a:spcPts val="0"/>
              </a:spcAft>
              <a:defRPr/>
            </a:pPr>
            <a:r>
              <a:rPr lang="es-VE" sz="3100" b="1" dirty="0"/>
              <a:t>Organización: </a:t>
            </a:r>
            <a:r>
              <a:rPr lang="es-VE" sz="3100" b="1" dirty="0">
                <a:solidFill>
                  <a:srgbClr val="00B050"/>
                </a:solidFill>
              </a:rPr>
              <a:t>Centro Universitario UAEM Zumpango</a:t>
            </a:r>
          </a:p>
          <a:p>
            <a:pPr algn="l" eaLnBrk="1" fontAlgn="auto" hangingPunct="1">
              <a:spcAft>
                <a:spcPts val="0"/>
              </a:spcAft>
              <a:defRPr/>
            </a:pPr>
            <a:r>
              <a:rPr lang="es-VE" sz="3100" b="1" dirty="0"/>
              <a:t>Fecha:</a:t>
            </a:r>
            <a:r>
              <a:rPr lang="es-VE" sz="3100" dirty="0"/>
              <a:t> </a:t>
            </a:r>
            <a:r>
              <a:rPr lang="es-VE" sz="3100" b="1" dirty="0">
                <a:solidFill>
                  <a:srgbClr val="00B050"/>
                </a:solidFill>
              </a:rPr>
              <a:t>[01/10/2025]</a:t>
            </a:r>
          </a:p>
          <a:p>
            <a:pPr algn="l" eaLnBrk="1" fontAlgn="auto" hangingPunct="1">
              <a:spcAft>
                <a:spcPts val="0"/>
              </a:spcAft>
              <a:defRPr/>
            </a:pPr>
            <a:r>
              <a:rPr lang="es-VE" sz="3100" b="1" dirty="0"/>
              <a:t>Cliente: </a:t>
            </a:r>
            <a:r>
              <a:rPr lang="es-VE" sz="3100" b="1" dirty="0">
                <a:solidFill>
                  <a:srgbClr val="00B050"/>
                </a:solidFill>
              </a:rPr>
              <a:t>Ing. </a:t>
            </a:r>
            <a:r>
              <a:rPr lang="es-VE" sz="3100" b="1" dirty="0" err="1">
                <a:solidFill>
                  <a:srgbClr val="00B050"/>
                </a:solidFill>
              </a:rPr>
              <a:t>Hazem</a:t>
            </a:r>
            <a:r>
              <a:rPr lang="es-VE" sz="3100" b="1" dirty="0">
                <a:solidFill>
                  <a:srgbClr val="00B050"/>
                </a:solidFill>
              </a:rPr>
              <a:t> Álvarez Rodríguez </a:t>
            </a:r>
          </a:p>
          <a:p>
            <a:pPr algn="l" eaLnBrk="1" fontAlgn="auto" hangingPunct="1">
              <a:spcAft>
                <a:spcPts val="0"/>
              </a:spcAft>
              <a:defRPr/>
            </a:pPr>
            <a:r>
              <a:rPr lang="es-VE" sz="3100" b="1" dirty="0"/>
              <a:t>Patrocinador: </a:t>
            </a:r>
            <a:r>
              <a:rPr lang="es-VE" sz="3100" b="1" dirty="0">
                <a:solidFill>
                  <a:srgbClr val="00B050"/>
                </a:solidFill>
              </a:rPr>
              <a:t>Raúl Alejandro Calderón Hernández </a:t>
            </a:r>
          </a:p>
          <a:p>
            <a:pPr algn="l" eaLnBrk="1" fontAlgn="auto" hangingPunct="1">
              <a:spcAft>
                <a:spcPts val="0"/>
              </a:spcAft>
              <a:defRPr/>
            </a:pPr>
            <a:endParaRPr lang="es-VE" sz="2800" b="1" dirty="0"/>
          </a:p>
          <a:p>
            <a:pPr algn="l" eaLnBrk="1" fontAlgn="auto" hangingPunct="1">
              <a:spcAft>
                <a:spcPts val="0"/>
              </a:spcAft>
              <a:defRPr/>
            </a:pPr>
            <a:endParaRPr lang="es-VE" sz="2800" b="1" dirty="0">
              <a:solidFill>
                <a:srgbClr val="00B050"/>
              </a:solidFill>
            </a:endParaRPr>
          </a:p>
        </p:txBody>
      </p:sp>
      <p:sp>
        <p:nvSpPr>
          <p:cNvPr id="7172" name="3 Marcador de número de diapositiva">
            <a:extLst>
              <a:ext uri="{FF2B5EF4-FFF2-40B4-BE49-F238E27FC236}">
                <a16:creationId xmlns:a16="http://schemas.microsoft.com/office/drawing/2014/main" id="{2FF5E83C-E12C-EA03-7C7E-C9F7D6E6EF2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FCEC3EC-DA3A-41DE-99DE-7CB20416C431}" type="slidenum">
              <a:rPr lang="es-VE" altLang="es-MX" sz="1200">
                <a:solidFill>
                  <a:srgbClr val="898989"/>
                </a:solidFill>
              </a:rPr>
              <a:pPr>
                <a:spcBef>
                  <a:spcPct val="0"/>
                </a:spcBef>
                <a:buFontTx/>
                <a:buNone/>
              </a:pPr>
              <a:t>1</a:t>
            </a:fld>
            <a:endParaRPr lang="es-VE" altLang="es-MX" sz="12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7A730132-E27E-040D-5CAD-99DA1DB86E43}"/>
              </a:ext>
            </a:extLst>
          </p:cNvPr>
          <p:cNvSpPr txBox="1">
            <a:spLocks/>
          </p:cNvSpPr>
          <p:nvPr/>
        </p:nvSpPr>
        <p:spPr>
          <a:xfrm>
            <a:off x="600075" y="1357313"/>
            <a:ext cx="7772400" cy="357187"/>
          </a:xfrm>
          <a:prstGeom prst="rect">
            <a:avLst/>
          </a:prstGeom>
        </p:spPr>
        <p:txBody>
          <a:bodyPr anchor="ctr"/>
          <a:lstStyle/>
          <a:p>
            <a:pPr eaLnBrk="1" fontAlgn="auto" hangingPunct="1">
              <a:spcAft>
                <a:spcPts val="0"/>
              </a:spcAft>
              <a:defRPr/>
            </a:pPr>
            <a:r>
              <a:rPr lang="es-VE" sz="2800" b="1">
                <a:latin typeface="+mj-lt"/>
                <a:ea typeface="+mj-ea"/>
                <a:cs typeface="+mj-cs"/>
              </a:rPr>
              <a:t>Agenda</a:t>
            </a:r>
          </a:p>
        </p:txBody>
      </p:sp>
      <p:sp>
        <p:nvSpPr>
          <p:cNvPr id="8195" name="7 Marcador de contenido">
            <a:extLst>
              <a:ext uri="{FF2B5EF4-FFF2-40B4-BE49-F238E27FC236}">
                <a16:creationId xmlns:a16="http://schemas.microsoft.com/office/drawing/2014/main" id="{FC1C0185-2264-6FC9-0926-7675E4436E87}"/>
              </a:ext>
            </a:extLst>
          </p:cNvPr>
          <p:cNvSpPr>
            <a:spLocks noGrp="1"/>
          </p:cNvSpPr>
          <p:nvPr>
            <p:ph sz="half" idx="1"/>
          </p:nvPr>
        </p:nvSpPr>
        <p:spPr>
          <a:xfrm>
            <a:off x="600075" y="1928813"/>
            <a:ext cx="8258175" cy="3714750"/>
          </a:xfrm>
        </p:spPr>
        <p:txBody>
          <a:bodyPr/>
          <a:lstStyle/>
          <a:p>
            <a:pPr eaLnBrk="1" hangingPunct="1"/>
            <a:r>
              <a:rPr lang="es-VE" altLang="es-MX" sz="2400"/>
              <a:t>Resumen Ejecutivo</a:t>
            </a:r>
          </a:p>
          <a:p>
            <a:pPr eaLnBrk="1" hangingPunct="1"/>
            <a:r>
              <a:rPr lang="es-VE" altLang="es-MX" sz="2400"/>
              <a:t>Definición del problema</a:t>
            </a:r>
          </a:p>
          <a:p>
            <a:pPr eaLnBrk="1" hangingPunct="1"/>
            <a:r>
              <a:rPr lang="es-VE" altLang="es-MX" sz="2400"/>
              <a:t>Visión General del Proyecto</a:t>
            </a:r>
          </a:p>
          <a:p>
            <a:pPr eaLnBrk="1" hangingPunct="1"/>
            <a:r>
              <a:rPr lang="es-VE" altLang="es-MX" sz="2400"/>
              <a:t>Alineación del proyecto con los objetivos estratégicos</a:t>
            </a:r>
          </a:p>
          <a:p>
            <a:pPr eaLnBrk="1" hangingPunct="1"/>
            <a:r>
              <a:rPr lang="es-VE" altLang="es-MX" sz="2400"/>
              <a:t>Análisis Costo Beneficio</a:t>
            </a:r>
          </a:p>
          <a:p>
            <a:pPr eaLnBrk="1" hangingPunct="1"/>
            <a:r>
              <a:rPr lang="es-VE" altLang="es-MX" sz="2400"/>
              <a:t>Análisis de Alternativas</a:t>
            </a:r>
          </a:p>
          <a:p>
            <a:pPr eaLnBrk="1" hangingPunct="1"/>
            <a:r>
              <a:rPr lang="es-VE" altLang="es-MX" sz="2400"/>
              <a:t>Aprobaciones</a:t>
            </a:r>
          </a:p>
        </p:txBody>
      </p:sp>
      <p:sp>
        <p:nvSpPr>
          <p:cNvPr id="8196" name="12 Marcador de número de diapositiva">
            <a:extLst>
              <a:ext uri="{FF2B5EF4-FFF2-40B4-BE49-F238E27FC236}">
                <a16:creationId xmlns:a16="http://schemas.microsoft.com/office/drawing/2014/main" id="{E235DE67-678A-435A-0A61-1B5AD7930D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F04370-6763-47D0-9090-D910C3E3F203}" type="slidenum">
              <a:rPr lang="es-VE" altLang="es-MX" sz="1200">
                <a:solidFill>
                  <a:srgbClr val="898989"/>
                </a:solidFill>
              </a:rPr>
              <a:pPr>
                <a:spcBef>
                  <a:spcPct val="0"/>
                </a:spcBef>
                <a:buFontTx/>
                <a:buNone/>
              </a:pPr>
              <a:t>2</a:t>
            </a:fld>
            <a:endParaRPr lang="es-VE" altLang="es-MX"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6D615727-CD1F-D978-7ED5-133B62DA2FD9}"/>
              </a:ext>
            </a:extLst>
          </p:cNvPr>
          <p:cNvSpPr txBox="1">
            <a:spLocks/>
          </p:cNvSpPr>
          <p:nvPr/>
        </p:nvSpPr>
        <p:spPr>
          <a:xfrm>
            <a:off x="500063" y="1357313"/>
            <a:ext cx="7772400" cy="357187"/>
          </a:xfrm>
          <a:prstGeom prst="rect">
            <a:avLst/>
          </a:prstGeom>
        </p:spPr>
        <p:txBody>
          <a:bodyPr anchor="ctr"/>
          <a:lstStyle/>
          <a:p>
            <a:pPr eaLnBrk="1" fontAlgn="auto" hangingPunct="1">
              <a:spcAft>
                <a:spcPts val="0"/>
              </a:spcAft>
              <a:defRPr/>
            </a:pPr>
            <a:r>
              <a:rPr lang="es-VE" sz="2800" b="1">
                <a:latin typeface="+mj-lt"/>
                <a:ea typeface="+mj-ea"/>
                <a:cs typeface="+mj-cs"/>
              </a:rPr>
              <a:t>Resumen Ejecutivo</a:t>
            </a:r>
          </a:p>
        </p:txBody>
      </p:sp>
      <p:sp>
        <p:nvSpPr>
          <p:cNvPr id="9219" name="7 Marcador de contenido">
            <a:extLst>
              <a:ext uri="{FF2B5EF4-FFF2-40B4-BE49-F238E27FC236}">
                <a16:creationId xmlns:a16="http://schemas.microsoft.com/office/drawing/2014/main" id="{F012A11B-72F8-DFF9-8CCF-990CFF26097D}"/>
              </a:ext>
            </a:extLst>
          </p:cNvPr>
          <p:cNvSpPr>
            <a:spLocks noGrp="1"/>
          </p:cNvSpPr>
          <p:nvPr>
            <p:ph sz="half" idx="1"/>
          </p:nvPr>
        </p:nvSpPr>
        <p:spPr>
          <a:xfrm>
            <a:off x="500063" y="2190666"/>
            <a:ext cx="8258175" cy="3714750"/>
          </a:xfrm>
        </p:spPr>
        <p:txBody>
          <a:bodyPr/>
          <a:lstStyle/>
          <a:p>
            <a:pPr marL="0" indent="0">
              <a:buNone/>
            </a:pPr>
            <a:r>
              <a:rPr lang="es-MX" sz="1800"/>
              <a:t>El proyecto aborda la problemática de los estudiantes de nuevo ingreso que presentan timidez, aislamiento y dificultades para integrarse al entorno escolar, lo que afecta su participación académica, el trabajo en equipo y el sentido de pertenencia institucional. Esto repercute directamente en la colaboración, el rendimiento académico y la retención escolar.</a:t>
            </a:r>
          </a:p>
          <a:p>
            <a:pPr marL="0" indent="0">
              <a:buNone/>
            </a:pPr>
            <a:r>
              <a:rPr lang="es-MX" sz="1800"/>
              <a:t>Para resolver esta situación, el proyecto propone la implementación de actividades colaborativas y lúdicas que promuevan la interacción, la comunicación y la confianza entre los estudiantes. Los beneficios se medirán mediante métricas como el porcentaje de participación en las dinámicas, la mejora en la percepción de pertenencia y el desempeño en proyectos grupales.</a:t>
            </a:r>
          </a:p>
          <a:p>
            <a:pPr marL="0" indent="0">
              <a:buNone/>
            </a:pPr>
            <a:r>
              <a:rPr lang="es-MX" sz="1800"/>
              <a:t>Este tipo de actividades se escogieron ya que son fáciles de hacer, mejoran la comunicación y ayudan a conocer a las personas en el sentido de como les gusta trabajar en equipo y actitudes que tienen.</a:t>
            </a:r>
          </a:p>
          <a:p>
            <a:pPr eaLnBrk="1" hangingPunct="1"/>
            <a:endParaRPr lang="es-VE" altLang="es-MX" sz="1800">
              <a:solidFill>
                <a:srgbClr val="00B050"/>
              </a:solidFill>
            </a:endParaRPr>
          </a:p>
          <a:p>
            <a:pPr eaLnBrk="1" hangingPunct="1"/>
            <a:endParaRPr lang="es-VE" altLang="es-MX" sz="1800">
              <a:solidFill>
                <a:srgbClr val="00B050"/>
              </a:solidFill>
            </a:endParaRPr>
          </a:p>
          <a:p>
            <a:pPr eaLnBrk="1" hangingPunct="1"/>
            <a:endParaRPr lang="es-VE" altLang="es-MX" sz="1800">
              <a:solidFill>
                <a:srgbClr val="00B050"/>
              </a:solidFill>
            </a:endParaRPr>
          </a:p>
          <a:p>
            <a:pPr eaLnBrk="1" hangingPunct="1"/>
            <a:endParaRPr lang="es-VE" altLang="es-MX" sz="1800">
              <a:solidFill>
                <a:srgbClr val="00B050"/>
              </a:solidFill>
            </a:endParaRPr>
          </a:p>
        </p:txBody>
      </p:sp>
      <p:sp>
        <p:nvSpPr>
          <p:cNvPr id="9220" name="3 Marcador de número de diapositiva">
            <a:extLst>
              <a:ext uri="{FF2B5EF4-FFF2-40B4-BE49-F238E27FC236}">
                <a16:creationId xmlns:a16="http://schemas.microsoft.com/office/drawing/2014/main" id="{DE397DF6-0E5B-4582-64E3-774229E56AE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91CA5F8-55E9-46F1-A199-54521E717C4B}" type="slidenum">
              <a:rPr lang="es-VE" altLang="es-MX" sz="1200">
                <a:solidFill>
                  <a:srgbClr val="898989"/>
                </a:solidFill>
              </a:rPr>
              <a:pPr>
                <a:spcBef>
                  <a:spcPct val="0"/>
                </a:spcBef>
                <a:buFontTx/>
                <a:buNone/>
              </a:pPr>
              <a:t>3</a:t>
            </a:fld>
            <a:endParaRPr lang="es-VE" altLang="es-MX"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E0C4FDED-190A-5128-ADC5-105F246434E7}"/>
              </a:ext>
            </a:extLst>
          </p:cNvPr>
          <p:cNvSpPr txBox="1">
            <a:spLocks/>
          </p:cNvSpPr>
          <p:nvPr/>
        </p:nvSpPr>
        <p:spPr>
          <a:xfrm>
            <a:off x="500063" y="1357313"/>
            <a:ext cx="7772400" cy="357187"/>
          </a:xfrm>
          <a:prstGeom prst="rect">
            <a:avLst/>
          </a:prstGeom>
        </p:spPr>
        <p:txBody>
          <a:bodyPr anchor="ctr"/>
          <a:lstStyle/>
          <a:p>
            <a:pPr eaLnBrk="1" fontAlgn="auto" hangingPunct="1">
              <a:spcAft>
                <a:spcPts val="0"/>
              </a:spcAft>
              <a:defRPr/>
            </a:pPr>
            <a:r>
              <a:rPr lang="es-VE" sz="2800" b="1">
                <a:latin typeface="+mj-lt"/>
                <a:ea typeface="+mj-ea"/>
                <a:cs typeface="+mj-cs"/>
              </a:rPr>
              <a:t>Descripción del Problema</a:t>
            </a:r>
          </a:p>
        </p:txBody>
      </p:sp>
      <p:sp>
        <p:nvSpPr>
          <p:cNvPr id="10243" name="7 Marcador de contenido">
            <a:extLst>
              <a:ext uri="{FF2B5EF4-FFF2-40B4-BE49-F238E27FC236}">
                <a16:creationId xmlns:a16="http://schemas.microsoft.com/office/drawing/2014/main" id="{087D9ACD-2833-421A-9529-0FE0DC9BA727}"/>
              </a:ext>
            </a:extLst>
          </p:cNvPr>
          <p:cNvSpPr>
            <a:spLocks noGrp="1"/>
          </p:cNvSpPr>
          <p:nvPr>
            <p:ph sz="half" idx="1"/>
          </p:nvPr>
        </p:nvSpPr>
        <p:spPr>
          <a:xfrm>
            <a:off x="500063" y="2178050"/>
            <a:ext cx="8258175" cy="3714750"/>
          </a:xfrm>
        </p:spPr>
        <p:txBody>
          <a:bodyPr/>
          <a:lstStyle/>
          <a:p>
            <a:pPr marL="0" indent="0" eaLnBrk="1" hangingPunct="1">
              <a:buNone/>
            </a:pPr>
            <a:r>
              <a:rPr lang="es-MX" sz="1800"/>
              <a:t>Los estudiantes de nuevo ingreso suelen presentar timidez, aislamiento y dificultades para integrarse, lo que debilita la participación académica, la cohesión grupal y el desarrollo de habilidades como comunicación, liderazgo y trabajo en equipo. Para atender esta situación, el proyecto ayudará a promover la cohesión y participación académica mediante el diseño de dinámicas grupales que favorezcan la interacción, la aplicación de estrategias lúdicas que fortalezcan la confianza y la evaluación del impacto de estas actividades en la integración estudiantil. Con ello, se busca generar un ambiente inclusivo, colaborativo y motivador que mejore la experiencia académica y el sentido de pertenencia institucional.</a:t>
            </a:r>
            <a:endParaRPr lang="es-VE" altLang="es-MX" sz="1800">
              <a:solidFill>
                <a:srgbClr val="00B050"/>
              </a:solidFill>
            </a:endParaRPr>
          </a:p>
        </p:txBody>
      </p:sp>
      <p:sp>
        <p:nvSpPr>
          <p:cNvPr id="10244" name="5 Marcador de número de diapositiva">
            <a:extLst>
              <a:ext uri="{FF2B5EF4-FFF2-40B4-BE49-F238E27FC236}">
                <a16:creationId xmlns:a16="http://schemas.microsoft.com/office/drawing/2014/main" id="{FEFFAB25-C27B-AF64-45B8-EECB2C2D1C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BC0AEC-A1A2-417D-8305-9F78629F20C9}" type="slidenum">
              <a:rPr lang="es-VE" altLang="es-MX" sz="1200">
                <a:solidFill>
                  <a:srgbClr val="898989"/>
                </a:solidFill>
              </a:rPr>
              <a:pPr>
                <a:spcBef>
                  <a:spcPct val="0"/>
                </a:spcBef>
                <a:buFontTx/>
                <a:buNone/>
              </a:pPr>
              <a:t>4</a:t>
            </a:fld>
            <a:endParaRPr lang="es-VE" altLang="es-MX"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9618CA52-C10E-A125-CD8B-5F39D7E2D3BB}"/>
              </a:ext>
            </a:extLst>
          </p:cNvPr>
          <p:cNvSpPr txBox="1">
            <a:spLocks/>
          </p:cNvSpPr>
          <p:nvPr/>
        </p:nvSpPr>
        <p:spPr>
          <a:xfrm>
            <a:off x="457200" y="1220930"/>
            <a:ext cx="7772400" cy="357187"/>
          </a:xfrm>
          <a:prstGeom prst="rect">
            <a:avLst/>
          </a:prstGeom>
        </p:spPr>
        <p:txBody>
          <a:bodyPr anchor="ctr"/>
          <a:lstStyle/>
          <a:p>
            <a:pPr eaLnBrk="1" fontAlgn="auto" hangingPunct="1">
              <a:spcAft>
                <a:spcPts val="0"/>
              </a:spcAft>
              <a:defRPr/>
            </a:pPr>
            <a:r>
              <a:rPr lang="es-VE" sz="2800" b="1">
                <a:latin typeface="+mj-lt"/>
                <a:ea typeface="+mj-ea"/>
                <a:cs typeface="+mj-cs"/>
              </a:rPr>
              <a:t>Visión General del Proyecto</a:t>
            </a:r>
          </a:p>
        </p:txBody>
      </p:sp>
      <p:sp>
        <p:nvSpPr>
          <p:cNvPr id="11267" name="7 Marcador de contenido">
            <a:extLst>
              <a:ext uri="{FF2B5EF4-FFF2-40B4-BE49-F238E27FC236}">
                <a16:creationId xmlns:a16="http://schemas.microsoft.com/office/drawing/2014/main" id="{6FC334A4-AC74-FE61-0C1A-C9C8F920B2B5}"/>
              </a:ext>
            </a:extLst>
          </p:cNvPr>
          <p:cNvSpPr>
            <a:spLocks noGrp="1"/>
          </p:cNvSpPr>
          <p:nvPr>
            <p:ph sz="half" idx="1"/>
          </p:nvPr>
        </p:nvSpPr>
        <p:spPr>
          <a:xfrm>
            <a:off x="457200" y="2143124"/>
            <a:ext cx="8258175" cy="1115871"/>
          </a:xfrm>
        </p:spPr>
        <p:txBody>
          <a:bodyPr/>
          <a:lstStyle/>
          <a:p>
            <a:pPr marL="0" indent="0" eaLnBrk="1" hangingPunct="1">
              <a:buNone/>
            </a:pPr>
            <a:r>
              <a:rPr lang="es-MX" sz="1800"/>
              <a:t>Los estudiantes de nuevo ingreso enfrentan timidez y dificultades de integración, lo que afecta la socialización, el sentido de pertenencia y el trabajo en equipo, impactando el rendimiento académico. Para atenderlo, se proponen actividades de integración que fortalezcan la comunicación y la colaboración.</a:t>
            </a:r>
            <a:endParaRPr lang="es-VE" altLang="es-MX" sz="1800">
              <a:solidFill>
                <a:srgbClr val="00B050"/>
              </a:solidFill>
            </a:endParaRPr>
          </a:p>
        </p:txBody>
      </p:sp>
      <p:sp>
        <p:nvSpPr>
          <p:cNvPr id="10" name="1 Título">
            <a:extLst>
              <a:ext uri="{FF2B5EF4-FFF2-40B4-BE49-F238E27FC236}">
                <a16:creationId xmlns:a16="http://schemas.microsoft.com/office/drawing/2014/main" id="{AFE2839B-F99A-6412-78FC-CB3858DC7725}"/>
              </a:ext>
            </a:extLst>
          </p:cNvPr>
          <p:cNvSpPr txBox="1">
            <a:spLocks/>
          </p:cNvSpPr>
          <p:nvPr/>
        </p:nvSpPr>
        <p:spPr>
          <a:xfrm>
            <a:off x="428625" y="1785938"/>
            <a:ext cx="7772400" cy="357187"/>
          </a:xfrm>
          <a:prstGeom prst="rect">
            <a:avLst/>
          </a:prstGeom>
        </p:spPr>
        <p:txBody>
          <a:bodyPr anchor="ctr"/>
          <a:lstStyle/>
          <a:p>
            <a:pPr eaLnBrk="1" fontAlgn="auto" hangingPunct="1">
              <a:spcAft>
                <a:spcPts val="0"/>
              </a:spcAft>
              <a:defRPr/>
            </a:pPr>
            <a:r>
              <a:rPr lang="es-VE" sz="2000" b="1">
                <a:latin typeface="+mj-lt"/>
                <a:ea typeface="+mj-ea"/>
                <a:cs typeface="+mj-cs"/>
              </a:rPr>
              <a:t>Descripción</a:t>
            </a:r>
          </a:p>
        </p:txBody>
      </p:sp>
      <p:sp>
        <p:nvSpPr>
          <p:cNvPr id="12" name="1 Título">
            <a:extLst>
              <a:ext uri="{FF2B5EF4-FFF2-40B4-BE49-F238E27FC236}">
                <a16:creationId xmlns:a16="http://schemas.microsoft.com/office/drawing/2014/main" id="{D92938F1-1A95-6E66-77C2-77BC1FC2D3C7}"/>
              </a:ext>
            </a:extLst>
          </p:cNvPr>
          <p:cNvSpPr txBox="1">
            <a:spLocks/>
          </p:cNvSpPr>
          <p:nvPr/>
        </p:nvSpPr>
        <p:spPr>
          <a:xfrm>
            <a:off x="428625" y="3599005"/>
            <a:ext cx="7772400" cy="357187"/>
          </a:xfrm>
          <a:prstGeom prst="rect">
            <a:avLst/>
          </a:prstGeom>
        </p:spPr>
        <p:txBody>
          <a:bodyPr anchor="ctr"/>
          <a:lstStyle/>
          <a:p>
            <a:pPr eaLnBrk="1" fontAlgn="auto" hangingPunct="1">
              <a:spcAft>
                <a:spcPts val="0"/>
              </a:spcAft>
              <a:defRPr/>
            </a:pPr>
            <a:r>
              <a:rPr lang="es-VE" sz="2000" b="1">
                <a:latin typeface="+mj-lt"/>
                <a:ea typeface="+mj-ea"/>
                <a:cs typeface="+mj-cs"/>
              </a:rPr>
              <a:t>Objetivos e indicadores de éxito</a:t>
            </a:r>
          </a:p>
        </p:txBody>
      </p:sp>
      <p:graphicFrame>
        <p:nvGraphicFramePr>
          <p:cNvPr id="13" name="12 Tabla">
            <a:extLst>
              <a:ext uri="{FF2B5EF4-FFF2-40B4-BE49-F238E27FC236}">
                <a16:creationId xmlns:a16="http://schemas.microsoft.com/office/drawing/2014/main" id="{8DFB9BEE-A30F-E04F-A842-029D9370A11B}"/>
              </a:ext>
            </a:extLst>
          </p:cNvPr>
          <p:cNvGraphicFramePr>
            <a:graphicFrameLocks noGrp="1"/>
          </p:cNvGraphicFramePr>
          <p:nvPr>
            <p:extLst>
              <p:ext uri="{D42A27DB-BD31-4B8C-83A1-F6EECF244321}">
                <p14:modId xmlns:p14="http://schemas.microsoft.com/office/powerpoint/2010/main" val="2460817204"/>
              </p:ext>
            </p:extLst>
          </p:nvPr>
        </p:nvGraphicFramePr>
        <p:xfrm>
          <a:off x="500064" y="3956192"/>
          <a:ext cx="8186736" cy="2378075"/>
        </p:xfrm>
        <a:graphic>
          <a:graphicData uri="http://schemas.openxmlformats.org/drawingml/2006/table">
            <a:tbl>
              <a:tblPr firstRow="1" bandRow="1">
                <a:tableStyleId>{5C22544A-7EE6-4342-B048-85BDC9FD1C3A}</a:tableStyleId>
              </a:tblPr>
              <a:tblGrid>
                <a:gridCol w="3089334">
                  <a:extLst>
                    <a:ext uri="{9D8B030D-6E8A-4147-A177-3AD203B41FA5}">
                      <a16:colId xmlns:a16="http://schemas.microsoft.com/office/drawing/2014/main" val="20000"/>
                    </a:ext>
                  </a:extLst>
                </a:gridCol>
                <a:gridCol w="3089334">
                  <a:extLst>
                    <a:ext uri="{9D8B030D-6E8A-4147-A177-3AD203B41FA5}">
                      <a16:colId xmlns:a16="http://schemas.microsoft.com/office/drawing/2014/main" val="20001"/>
                    </a:ext>
                  </a:extLst>
                </a:gridCol>
                <a:gridCol w="2008068">
                  <a:extLst>
                    <a:ext uri="{9D8B030D-6E8A-4147-A177-3AD203B41FA5}">
                      <a16:colId xmlns:a16="http://schemas.microsoft.com/office/drawing/2014/main" val="20002"/>
                    </a:ext>
                  </a:extLst>
                </a:gridCol>
              </a:tblGrid>
              <a:tr h="640251">
                <a:tc>
                  <a:txBody>
                    <a:bodyPr/>
                    <a:lstStyle/>
                    <a:p>
                      <a:pPr algn="ctr"/>
                      <a:r>
                        <a:rPr lang="es-VE" sz="1800"/>
                        <a:t>Objetivo</a:t>
                      </a:r>
                    </a:p>
                  </a:txBody>
                  <a:tcPr marL="91439" marR="91439" marT="45732" marB="45732"/>
                </a:tc>
                <a:tc>
                  <a:txBody>
                    <a:bodyPr/>
                    <a:lstStyle/>
                    <a:p>
                      <a:pPr algn="ctr"/>
                      <a:r>
                        <a:rPr lang="es-VE" sz="1800"/>
                        <a:t>Métrica</a:t>
                      </a:r>
                    </a:p>
                  </a:txBody>
                  <a:tcPr marL="91439" marR="91439" marT="45732" marB="45732"/>
                </a:tc>
                <a:tc>
                  <a:txBody>
                    <a:bodyPr/>
                    <a:lstStyle/>
                    <a:p>
                      <a:pPr algn="ctr"/>
                      <a:r>
                        <a:rPr lang="es-VE" sz="1800"/>
                        <a:t>Indicador de éxito</a:t>
                      </a:r>
                    </a:p>
                  </a:txBody>
                  <a:tcPr marL="91439" marR="91439" marT="45732" marB="45732"/>
                </a:tc>
                <a:extLst>
                  <a:ext uri="{0D108BD9-81ED-4DB2-BD59-A6C34878D82A}">
                    <a16:rowId xmlns:a16="http://schemas.microsoft.com/office/drawing/2014/main" val="10000"/>
                  </a:ext>
                </a:extLst>
              </a:tr>
              <a:tr h="17378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a:t>Promover la cohesión grupal y la participación académica de los estudiantes de nuevo ingreso.</a:t>
                      </a:r>
                    </a:p>
                    <a:p>
                      <a:pPr algn="l"/>
                      <a:endParaRPr lang="es-VE" sz="1800">
                        <a:solidFill>
                          <a:srgbClr val="00B050"/>
                        </a:solidFill>
                      </a:endParaRPr>
                    </a:p>
                  </a:txBody>
                  <a:tcPr marL="91439" marR="91439" marT="45732" marB="45732"/>
                </a:tc>
                <a:tc>
                  <a:txBody>
                    <a:bodyPr/>
                    <a:lstStyle/>
                    <a:p>
                      <a:pPr algn="ctr">
                        <a:buNone/>
                      </a:pPr>
                      <a:r>
                        <a:rPr lang="es-MX"/>
                        <a:t>Participación en actividades de integración</a:t>
                      </a:r>
                    </a:p>
                  </a:txBody>
                  <a:tcPr/>
                </a:tc>
                <a:tc>
                  <a:txBody>
                    <a:bodyPr/>
                    <a:lstStyle/>
                    <a:p>
                      <a:pPr algn="ctr"/>
                      <a:r>
                        <a:rPr lang="es-MX"/>
                        <a:t>≥ 80% de participación</a:t>
                      </a:r>
                      <a:endParaRPr lang="es-VE" sz="1800" kern="1200">
                        <a:solidFill>
                          <a:srgbClr val="00B050"/>
                        </a:solidFill>
                        <a:latin typeface="+mn-lt"/>
                        <a:ea typeface="+mn-ea"/>
                        <a:cs typeface="+mn-cs"/>
                      </a:endParaRPr>
                    </a:p>
                  </a:txBody>
                  <a:tcPr marL="91439" marR="91439" marT="45732" marB="45732"/>
                </a:tc>
                <a:extLst>
                  <a:ext uri="{0D108BD9-81ED-4DB2-BD59-A6C34878D82A}">
                    <a16:rowId xmlns:a16="http://schemas.microsoft.com/office/drawing/2014/main" val="10001"/>
                  </a:ext>
                </a:extLst>
              </a:tr>
            </a:tbl>
          </a:graphicData>
        </a:graphic>
      </p:graphicFrame>
      <p:sp>
        <p:nvSpPr>
          <p:cNvPr id="11284" name="6 Marcador de número de diapositiva">
            <a:extLst>
              <a:ext uri="{FF2B5EF4-FFF2-40B4-BE49-F238E27FC236}">
                <a16:creationId xmlns:a16="http://schemas.microsoft.com/office/drawing/2014/main" id="{F25920CB-8DA5-B0D0-5D64-F771ABFB27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CBAE42-5B48-4AB8-9AB7-21B3E205C44F}" type="slidenum">
              <a:rPr lang="es-VE" altLang="es-MX" sz="1200">
                <a:solidFill>
                  <a:srgbClr val="898989"/>
                </a:solidFill>
              </a:rPr>
              <a:pPr>
                <a:spcBef>
                  <a:spcPct val="0"/>
                </a:spcBef>
                <a:buFontTx/>
                <a:buNone/>
              </a:pPr>
              <a:t>5</a:t>
            </a:fld>
            <a:endParaRPr lang="es-VE" altLang="es-MX" sz="120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6A17C-C932-9F0A-33A2-74DFFD43DF68}"/>
            </a:ext>
          </a:extLst>
        </p:cNvPr>
        <p:cNvGrpSpPr/>
        <p:nvPr/>
      </p:nvGrpSpPr>
      <p:grpSpPr>
        <a:xfrm>
          <a:off x="0" y="0"/>
          <a:ext cx="0" cy="0"/>
          <a:chOff x="0" y="0"/>
          <a:chExt cx="0" cy="0"/>
        </a:xfrm>
      </p:grpSpPr>
      <p:graphicFrame>
        <p:nvGraphicFramePr>
          <p:cNvPr id="13" name="12 Tabla">
            <a:extLst>
              <a:ext uri="{FF2B5EF4-FFF2-40B4-BE49-F238E27FC236}">
                <a16:creationId xmlns:a16="http://schemas.microsoft.com/office/drawing/2014/main" id="{957D7AA1-F5E4-164E-D373-443FF8C4F44E}"/>
              </a:ext>
            </a:extLst>
          </p:cNvPr>
          <p:cNvGraphicFramePr>
            <a:graphicFrameLocks noGrp="1"/>
          </p:cNvGraphicFramePr>
          <p:nvPr>
            <p:extLst>
              <p:ext uri="{D42A27DB-BD31-4B8C-83A1-F6EECF244321}">
                <p14:modId xmlns:p14="http://schemas.microsoft.com/office/powerpoint/2010/main" val="2576664845"/>
              </p:ext>
            </p:extLst>
          </p:nvPr>
        </p:nvGraphicFramePr>
        <p:xfrm>
          <a:off x="526950" y="1290195"/>
          <a:ext cx="8186736" cy="5431280"/>
        </p:xfrm>
        <a:graphic>
          <a:graphicData uri="http://schemas.openxmlformats.org/drawingml/2006/table">
            <a:tbl>
              <a:tblPr firstRow="1" bandRow="1">
                <a:tableStyleId>{5C22544A-7EE6-4342-B048-85BDC9FD1C3A}</a:tableStyleId>
              </a:tblPr>
              <a:tblGrid>
                <a:gridCol w="2775792">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2458616">
                  <a:extLst>
                    <a:ext uri="{9D8B030D-6E8A-4147-A177-3AD203B41FA5}">
                      <a16:colId xmlns:a16="http://schemas.microsoft.com/office/drawing/2014/main" val="20002"/>
                    </a:ext>
                  </a:extLst>
                </a:gridCol>
              </a:tblGrid>
              <a:tr h="493448">
                <a:tc>
                  <a:txBody>
                    <a:bodyPr/>
                    <a:lstStyle/>
                    <a:p>
                      <a:pPr algn="ctr"/>
                      <a:r>
                        <a:rPr lang="es-VE" sz="1800"/>
                        <a:t>Objetivo</a:t>
                      </a:r>
                    </a:p>
                  </a:txBody>
                  <a:tcPr marL="91439" marR="91439" marT="45732" marB="45732"/>
                </a:tc>
                <a:tc>
                  <a:txBody>
                    <a:bodyPr/>
                    <a:lstStyle/>
                    <a:p>
                      <a:pPr algn="ctr"/>
                      <a:r>
                        <a:rPr lang="es-VE" sz="1800"/>
                        <a:t>Métrica</a:t>
                      </a:r>
                    </a:p>
                  </a:txBody>
                  <a:tcPr marL="91439" marR="91439" marT="45732" marB="45732"/>
                </a:tc>
                <a:tc>
                  <a:txBody>
                    <a:bodyPr/>
                    <a:lstStyle/>
                    <a:p>
                      <a:pPr algn="ctr"/>
                      <a:r>
                        <a:rPr lang="es-VE" sz="1800"/>
                        <a:t>Indicador de éxito</a:t>
                      </a:r>
                    </a:p>
                  </a:txBody>
                  <a:tcPr marL="91439" marR="91439" marT="45732" marB="45732"/>
                </a:tc>
                <a:extLst>
                  <a:ext uri="{0D108BD9-81ED-4DB2-BD59-A6C34878D82A}">
                    <a16:rowId xmlns:a16="http://schemas.microsoft.com/office/drawing/2014/main" val="10000"/>
                  </a:ext>
                </a:extLst>
              </a:tr>
              <a:tr h="1018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a:t>Diseñar dinámicas grupales que promuevan la interacción entre estudiantes.</a:t>
                      </a:r>
                      <a:endParaRPr lang="es-MX" sz="1800"/>
                    </a:p>
                  </a:txBody>
                  <a:tcPr marL="91439" marR="91439" marT="45732" marB="45732"/>
                </a:tc>
                <a:tc>
                  <a:txBody>
                    <a:bodyPr/>
                    <a:lstStyle/>
                    <a:p>
                      <a:pPr algn="l">
                        <a:buNone/>
                      </a:pPr>
                      <a:r>
                        <a:rPr lang="es-MX"/>
                        <a:t>Número de dinámicas diseñadas y aplicadas.</a:t>
                      </a:r>
                    </a:p>
                  </a:txBody>
                  <a:tcPr/>
                </a:tc>
                <a:tc>
                  <a:txBody>
                    <a:bodyPr/>
                    <a:lstStyle/>
                    <a:p>
                      <a:pPr algn="l"/>
                      <a:r>
                        <a:rPr lang="es-MX" b="0"/>
                        <a:t>5 dinámicas diferentes</a:t>
                      </a:r>
                      <a:r>
                        <a:rPr lang="es-MX"/>
                        <a:t> implementadas durante el ciclo escolar</a:t>
                      </a:r>
                      <a:endParaRPr lang="es-VE" sz="1800" kern="1200">
                        <a:solidFill>
                          <a:srgbClr val="00B050"/>
                        </a:solidFill>
                        <a:latin typeface="+mn-lt"/>
                        <a:ea typeface="+mn-ea"/>
                        <a:cs typeface="+mn-cs"/>
                      </a:endParaRPr>
                    </a:p>
                  </a:txBody>
                  <a:tcPr marL="91439" marR="91439" marT="45732" marB="45732"/>
                </a:tc>
                <a:extLst>
                  <a:ext uri="{0D108BD9-81ED-4DB2-BD59-A6C34878D82A}">
                    <a16:rowId xmlns:a16="http://schemas.microsoft.com/office/drawing/2014/main" val="10001"/>
                  </a:ext>
                </a:extLst>
              </a:tr>
              <a:tr h="1339359">
                <a:tc>
                  <a:txBody>
                    <a:bodyPr/>
                    <a:lstStyle/>
                    <a:p>
                      <a:pPr algn="l"/>
                      <a:r>
                        <a:rPr lang="es-MX"/>
                        <a:t>Implementar estrategias lúdicas que reduzcan la timidez y aumenten la confianza.</a:t>
                      </a:r>
                      <a:endParaRPr lang="es-VE" sz="1800">
                        <a:solidFill>
                          <a:srgbClr val="00B050"/>
                        </a:solidFill>
                      </a:endParaRPr>
                    </a:p>
                  </a:txBody>
                  <a:tcPr marL="91439" marR="91439" marT="45732" marB="45732"/>
                </a:tc>
                <a:tc>
                  <a:txBody>
                    <a:bodyPr/>
                    <a:lstStyle/>
                    <a:p>
                      <a:pPr algn="l">
                        <a:buNone/>
                      </a:pPr>
                      <a:r>
                        <a:rPr lang="es-MX"/>
                        <a:t>Resultados de encuestas de percepción de confianza y timidez.</a:t>
                      </a:r>
                    </a:p>
                  </a:txBody>
                  <a:tcPr/>
                </a:tc>
                <a:tc>
                  <a:txBody>
                    <a:bodyPr/>
                    <a:lstStyle/>
                    <a:p>
                      <a:pPr algn="l"/>
                      <a:r>
                        <a:rPr lang="es-MX" sz="1800" kern="1200">
                          <a:solidFill>
                            <a:schemeClr val="tx1"/>
                          </a:solidFill>
                          <a:latin typeface="+mn-lt"/>
                          <a:ea typeface="+mn-ea"/>
                          <a:cs typeface="+mn-cs"/>
                        </a:rPr>
                        <a:t>Incremento de 20% en la percepción positiva de confianza y reducción del aislamiento en los participantes.</a:t>
                      </a:r>
                      <a:endParaRPr lang="es-VE" sz="1800" kern="1200">
                        <a:solidFill>
                          <a:schemeClr val="tx1"/>
                        </a:solidFill>
                        <a:latin typeface="+mn-lt"/>
                        <a:ea typeface="+mn-ea"/>
                        <a:cs typeface="+mn-cs"/>
                      </a:endParaRPr>
                    </a:p>
                  </a:txBody>
                  <a:tcPr marL="91439" marR="91439" marT="45732" marB="45732"/>
                </a:tc>
                <a:extLst>
                  <a:ext uri="{0D108BD9-81ED-4DB2-BD59-A6C34878D82A}">
                    <a16:rowId xmlns:a16="http://schemas.microsoft.com/office/drawing/2014/main" val="1916471968"/>
                  </a:ext>
                </a:extLst>
              </a:tr>
              <a:tr h="1339359">
                <a:tc>
                  <a:txBody>
                    <a:bodyPr/>
                    <a:lstStyle/>
                    <a:p>
                      <a:pPr algn="l"/>
                      <a:r>
                        <a:rPr lang="es-MX"/>
                        <a:t>Evaluar el impacto de las actividades en la cohesión grupal y participación académica.</a:t>
                      </a:r>
                      <a:endParaRPr lang="es-VE" sz="1800">
                        <a:solidFill>
                          <a:srgbClr val="00B050"/>
                        </a:solidFill>
                      </a:endParaRPr>
                    </a:p>
                  </a:txBody>
                  <a:tcPr marL="91439" marR="91439" marT="45732" marB="45732"/>
                </a:tc>
                <a:tc>
                  <a:txBody>
                    <a:bodyPr/>
                    <a:lstStyle/>
                    <a:p>
                      <a:pPr algn="l">
                        <a:buNone/>
                      </a:pPr>
                      <a:r>
                        <a:rPr lang="es-MX"/>
                        <a:t>Resultados de encuestas de percepción sobre comunicación efectiva y observación del desempeño en dinámicas grupales.</a:t>
                      </a:r>
                    </a:p>
                  </a:txBody>
                  <a:tcPr/>
                </a:tc>
                <a:tc>
                  <a:txBody>
                    <a:bodyPr/>
                    <a:lstStyle/>
                    <a:p>
                      <a:pPr algn="l"/>
                      <a:r>
                        <a:rPr lang="es-MX" sz="1800" kern="1200">
                          <a:solidFill>
                            <a:schemeClr val="tx1"/>
                          </a:solidFill>
                          <a:latin typeface="+mn-lt"/>
                          <a:ea typeface="+mn-ea"/>
                          <a:cs typeface="+mn-cs"/>
                        </a:rPr>
                        <a:t>Incremento del 20% en la percepción positiva de habilidades de comunicación y participación activa en ≥80% de las dinámicas grupales.</a:t>
                      </a:r>
                      <a:endParaRPr lang="es-VE" sz="1800" kern="1200">
                        <a:solidFill>
                          <a:schemeClr val="tx1"/>
                        </a:solidFill>
                        <a:latin typeface="+mn-lt"/>
                        <a:ea typeface="+mn-ea"/>
                        <a:cs typeface="+mn-cs"/>
                      </a:endParaRPr>
                    </a:p>
                  </a:txBody>
                  <a:tcPr marL="91439" marR="91439" marT="45732" marB="45732"/>
                </a:tc>
                <a:extLst>
                  <a:ext uri="{0D108BD9-81ED-4DB2-BD59-A6C34878D82A}">
                    <a16:rowId xmlns:a16="http://schemas.microsoft.com/office/drawing/2014/main" val="3622572675"/>
                  </a:ext>
                </a:extLst>
              </a:tr>
            </a:tbl>
          </a:graphicData>
        </a:graphic>
      </p:graphicFrame>
      <p:sp>
        <p:nvSpPr>
          <p:cNvPr id="11284" name="6 Marcador de número de diapositiva">
            <a:extLst>
              <a:ext uri="{FF2B5EF4-FFF2-40B4-BE49-F238E27FC236}">
                <a16:creationId xmlns:a16="http://schemas.microsoft.com/office/drawing/2014/main" id="{78399094-1A8E-FD26-6AF1-32B05CA516C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CBAE42-5B48-4AB8-9AB7-21B3E205C44F}" type="slidenum">
              <a:rPr lang="es-VE" altLang="es-MX" sz="1200">
                <a:solidFill>
                  <a:srgbClr val="898989"/>
                </a:solidFill>
              </a:rPr>
              <a:pPr>
                <a:spcBef>
                  <a:spcPct val="0"/>
                </a:spcBef>
                <a:buFontTx/>
                <a:buNone/>
              </a:pPr>
              <a:t>6</a:t>
            </a:fld>
            <a:endParaRPr lang="es-VE" altLang="es-MX" sz="1200">
              <a:solidFill>
                <a:srgbClr val="898989"/>
              </a:solidFill>
            </a:endParaRPr>
          </a:p>
        </p:txBody>
      </p:sp>
    </p:spTree>
    <p:extLst>
      <p:ext uri="{BB962C8B-B14F-4D97-AF65-F5344CB8AC3E}">
        <p14:creationId xmlns:p14="http://schemas.microsoft.com/office/powerpoint/2010/main" val="370308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345D3551-6EF1-B1D6-A3CE-00A03AD53FEF}"/>
              </a:ext>
            </a:extLst>
          </p:cNvPr>
          <p:cNvSpPr txBox="1">
            <a:spLocks/>
          </p:cNvSpPr>
          <p:nvPr/>
        </p:nvSpPr>
        <p:spPr>
          <a:xfrm>
            <a:off x="457200" y="1357313"/>
            <a:ext cx="7772400" cy="357187"/>
          </a:xfrm>
          <a:prstGeom prst="rect">
            <a:avLst/>
          </a:prstGeom>
        </p:spPr>
        <p:txBody>
          <a:bodyPr anchor="ctr"/>
          <a:lstStyle/>
          <a:p>
            <a:pPr eaLnBrk="1" fontAlgn="auto" hangingPunct="1">
              <a:spcAft>
                <a:spcPts val="0"/>
              </a:spcAft>
              <a:defRPr/>
            </a:pPr>
            <a:r>
              <a:rPr lang="es-VE" sz="2800" b="1">
                <a:latin typeface="+mj-lt"/>
                <a:ea typeface="+mj-ea"/>
                <a:cs typeface="+mj-cs"/>
              </a:rPr>
              <a:t>Visión General del Proyecto</a:t>
            </a:r>
          </a:p>
        </p:txBody>
      </p:sp>
      <p:sp>
        <p:nvSpPr>
          <p:cNvPr id="12291" name="7 Marcador de contenido">
            <a:extLst>
              <a:ext uri="{FF2B5EF4-FFF2-40B4-BE49-F238E27FC236}">
                <a16:creationId xmlns:a16="http://schemas.microsoft.com/office/drawing/2014/main" id="{0FC3AAEE-3AE5-DEE9-0BAB-175D6FDC7F29}"/>
              </a:ext>
            </a:extLst>
          </p:cNvPr>
          <p:cNvSpPr>
            <a:spLocks noGrp="1"/>
          </p:cNvSpPr>
          <p:nvPr>
            <p:ph sz="half" idx="1"/>
          </p:nvPr>
        </p:nvSpPr>
        <p:spPr>
          <a:xfrm>
            <a:off x="457200" y="2346273"/>
            <a:ext cx="8258175" cy="2165454"/>
          </a:xfrm>
        </p:spPr>
        <p:txBody>
          <a:bodyPr/>
          <a:lstStyle/>
          <a:p>
            <a:pPr eaLnBrk="1" hangingPunct="1"/>
            <a:r>
              <a:rPr lang="es-MX" sz="1800"/>
              <a:t>Los estudiantes de nuevo ingreso requieren apoyo inicial para integrarse al entorno escolar.</a:t>
            </a:r>
          </a:p>
          <a:p>
            <a:pPr eaLnBrk="1" hangingPunct="1"/>
            <a:r>
              <a:rPr lang="es-MX" sz="1800"/>
              <a:t>Las actividades grupales y recreativas son una estrategia eficaz para fomentar la convivencia grupal-</a:t>
            </a:r>
          </a:p>
          <a:p>
            <a:pPr eaLnBrk="1" hangingPunct="1"/>
            <a:r>
              <a:rPr lang="es-MX" sz="1800"/>
              <a:t>La participación activa de los facilitadores garantiza el éxito de las dinámicas.</a:t>
            </a:r>
          </a:p>
          <a:p>
            <a:pPr eaLnBrk="1" hangingPunct="1"/>
            <a:endParaRPr lang="es-MX" sz="1800"/>
          </a:p>
          <a:p>
            <a:pPr eaLnBrk="1" hangingPunct="1"/>
            <a:endParaRPr lang="es-VE" altLang="es-MX" sz="1800">
              <a:solidFill>
                <a:srgbClr val="00B050"/>
              </a:solidFill>
            </a:endParaRPr>
          </a:p>
          <a:p>
            <a:pPr eaLnBrk="1" hangingPunct="1"/>
            <a:endParaRPr lang="es-VE" altLang="es-MX" sz="1800">
              <a:solidFill>
                <a:srgbClr val="00B050"/>
              </a:solidFill>
            </a:endParaRPr>
          </a:p>
        </p:txBody>
      </p:sp>
      <p:sp>
        <p:nvSpPr>
          <p:cNvPr id="10" name="1 Título">
            <a:extLst>
              <a:ext uri="{FF2B5EF4-FFF2-40B4-BE49-F238E27FC236}">
                <a16:creationId xmlns:a16="http://schemas.microsoft.com/office/drawing/2014/main" id="{38A897EC-A3A6-01F9-A471-E8B3C23CEE80}"/>
              </a:ext>
            </a:extLst>
          </p:cNvPr>
          <p:cNvSpPr txBox="1">
            <a:spLocks/>
          </p:cNvSpPr>
          <p:nvPr/>
        </p:nvSpPr>
        <p:spPr>
          <a:xfrm>
            <a:off x="428625" y="1903093"/>
            <a:ext cx="7772400" cy="357187"/>
          </a:xfrm>
          <a:prstGeom prst="rect">
            <a:avLst/>
          </a:prstGeom>
        </p:spPr>
        <p:txBody>
          <a:bodyPr anchor="ctr"/>
          <a:lstStyle/>
          <a:p>
            <a:pPr eaLnBrk="1" fontAlgn="auto" hangingPunct="1">
              <a:spcAft>
                <a:spcPts val="0"/>
              </a:spcAft>
              <a:defRPr/>
            </a:pPr>
            <a:r>
              <a:rPr lang="es-VE" sz="2000" b="1">
                <a:latin typeface="+mj-lt"/>
                <a:ea typeface="+mj-ea"/>
                <a:cs typeface="+mj-cs"/>
              </a:rPr>
              <a:t>Premisas</a:t>
            </a:r>
          </a:p>
        </p:txBody>
      </p:sp>
      <p:sp>
        <p:nvSpPr>
          <p:cNvPr id="12" name="1 Título">
            <a:extLst>
              <a:ext uri="{FF2B5EF4-FFF2-40B4-BE49-F238E27FC236}">
                <a16:creationId xmlns:a16="http://schemas.microsoft.com/office/drawing/2014/main" id="{F21DD971-B93B-AD15-7EB7-00D1D8E73BD8}"/>
              </a:ext>
            </a:extLst>
          </p:cNvPr>
          <p:cNvSpPr txBox="1">
            <a:spLocks/>
          </p:cNvSpPr>
          <p:nvPr/>
        </p:nvSpPr>
        <p:spPr>
          <a:xfrm>
            <a:off x="428625" y="4129985"/>
            <a:ext cx="7772400" cy="357188"/>
          </a:xfrm>
          <a:prstGeom prst="rect">
            <a:avLst/>
          </a:prstGeom>
        </p:spPr>
        <p:txBody>
          <a:bodyPr anchor="ctr"/>
          <a:lstStyle/>
          <a:p>
            <a:pPr eaLnBrk="1" fontAlgn="auto" hangingPunct="1">
              <a:spcAft>
                <a:spcPts val="0"/>
              </a:spcAft>
              <a:defRPr/>
            </a:pPr>
            <a:r>
              <a:rPr lang="es-VE" sz="2000" b="1">
                <a:latin typeface="+mj-lt"/>
                <a:ea typeface="+mj-ea"/>
                <a:cs typeface="+mj-cs"/>
              </a:rPr>
              <a:t>Restricciones</a:t>
            </a:r>
          </a:p>
        </p:txBody>
      </p:sp>
      <p:sp>
        <p:nvSpPr>
          <p:cNvPr id="12294" name="7 Marcador de contenido">
            <a:extLst>
              <a:ext uri="{FF2B5EF4-FFF2-40B4-BE49-F238E27FC236}">
                <a16:creationId xmlns:a16="http://schemas.microsoft.com/office/drawing/2014/main" id="{5C2F9547-AB93-2237-B574-0C3747ED9190}"/>
              </a:ext>
            </a:extLst>
          </p:cNvPr>
          <p:cNvSpPr>
            <a:spLocks noGrp="1"/>
          </p:cNvSpPr>
          <p:nvPr>
            <p:ph sz="half" idx="1"/>
          </p:nvPr>
        </p:nvSpPr>
        <p:spPr>
          <a:xfrm>
            <a:off x="457200" y="4597720"/>
            <a:ext cx="8258175" cy="2103386"/>
          </a:xfrm>
        </p:spPr>
        <p:txBody>
          <a:bodyPr/>
          <a:lstStyle/>
          <a:p>
            <a:pPr eaLnBrk="1" hangingPunct="1"/>
            <a:r>
              <a:rPr lang="es-MX" altLang="es-MX" sz="1800"/>
              <a:t>Las actividades deben adaptarse a los horarios escolares sin interferir con clases regulares.</a:t>
            </a:r>
          </a:p>
          <a:p>
            <a:pPr eaLnBrk="1" hangingPunct="1"/>
            <a:r>
              <a:rPr lang="es-MX" altLang="es-MX" sz="1800"/>
              <a:t>No todos los estudiantes se integrarán con la misma disposición, lo que puede afectar la cohesión inicial.</a:t>
            </a:r>
          </a:p>
          <a:p>
            <a:pPr eaLnBrk="1" hangingPunct="1"/>
            <a:r>
              <a:rPr lang="es-MX" altLang="es-MX" sz="1800"/>
              <a:t>Factores externos como distracciones, ruido ambiental pueden reducir la efectividad de las dinámicas.</a:t>
            </a:r>
            <a:endParaRPr lang="es-VE" altLang="es-MX" sz="1800"/>
          </a:p>
          <a:p>
            <a:pPr eaLnBrk="1" hangingPunct="1"/>
            <a:endParaRPr lang="es-VE" altLang="es-MX" sz="1800">
              <a:solidFill>
                <a:srgbClr val="00B050"/>
              </a:solidFill>
            </a:endParaRPr>
          </a:p>
        </p:txBody>
      </p:sp>
      <p:sp>
        <p:nvSpPr>
          <p:cNvPr id="12295" name="14 Marcador de número de diapositiva">
            <a:extLst>
              <a:ext uri="{FF2B5EF4-FFF2-40B4-BE49-F238E27FC236}">
                <a16:creationId xmlns:a16="http://schemas.microsoft.com/office/drawing/2014/main" id="{86088078-70AE-D945-0C37-71C4457C70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F34E744-6684-466D-AED5-1753FD1AC93D}" type="slidenum">
              <a:rPr lang="es-VE" altLang="es-MX" sz="1200">
                <a:solidFill>
                  <a:srgbClr val="898989"/>
                </a:solidFill>
              </a:rPr>
              <a:pPr>
                <a:spcBef>
                  <a:spcPct val="0"/>
                </a:spcBef>
                <a:buFontTx/>
                <a:buNone/>
              </a:pPr>
              <a:t>7</a:t>
            </a:fld>
            <a:endParaRPr lang="es-VE" altLang="es-MX" sz="120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C30C44A3-3BD5-30EF-B5BE-28357403DA09}"/>
              </a:ext>
            </a:extLst>
          </p:cNvPr>
          <p:cNvSpPr txBox="1">
            <a:spLocks/>
          </p:cNvSpPr>
          <p:nvPr/>
        </p:nvSpPr>
        <p:spPr>
          <a:xfrm>
            <a:off x="442912" y="1368534"/>
            <a:ext cx="8258175" cy="357187"/>
          </a:xfrm>
          <a:prstGeom prst="rect">
            <a:avLst/>
          </a:prstGeom>
        </p:spPr>
        <p:txBody>
          <a:bodyPr anchor="ctr"/>
          <a:lstStyle/>
          <a:p>
            <a:pPr eaLnBrk="1" fontAlgn="auto" hangingPunct="1">
              <a:spcAft>
                <a:spcPts val="0"/>
              </a:spcAft>
              <a:defRPr/>
            </a:pPr>
            <a:r>
              <a:rPr lang="es-VE" sz="2800" b="1">
                <a:latin typeface="+mj-lt"/>
                <a:ea typeface="+mj-ea"/>
                <a:cs typeface="+mj-cs"/>
              </a:rPr>
              <a:t>Análisis Costo Beneficio</a:t>
            </a:r>
          </a:p>
        </p:txBody>
      </p:sp>
      <p:sp>
        <p:nvSpPr>
          <p:cNvPr id="6" name="1 Título">
            <a:extLst>
              <a:ext uri="{FF2B5EF4-FFF2-40B4-BE49-F238E27FC236}">
                <a16:creationId xmlns:a16="http://schemas.microsoft.com/office/drawing/2014/main" id="{72012B5F-1678-2556-19FF-73EC5BEFED98}"/>
              </a:ext>
            </a:extLst>
          </p:cNvPr>
          <p:cNvSpPr txBox="1">
            <a:spLocks/>
          </p:cNvSpPr>
          <p:nvPr/>
        </p:nvSpPr>
        <p:spPr>
          <a:xfrm>
            <a:off x="467916" y="1916832"/>
            <a:ext cx="7772400" cy="357188"/>
          </a:xfrm>
          <a:prstGeom prst="rect">
            <a:avLst/>
          </a:prstGeom>
        </p:spPr>
        <p:txBody>
          <a:bodyPr anchor="ctr"/>
          <a:lstStyle/>
          <a:p>
            <a:pPr eaLnBrk="1" fontAlgn="auto" hangingPunct="1">
              <a:spcAft>
                <a:spcPts val="0"/>
              </a:spcAft>
              <a:defRPr/>
            </a:pPr>
            <a:r>
              <a:rPr lang="es-VE" sz="2000" b="1">
                <a:latin typeface="+mj-lt"/>
                <a:ea typeface="+mj-ea"/>
                <a:cs typeface="+mj-cs"/>
              </a:rPr>
              <a:t>Costos</a:t>
            </a:r>
          </a:p>
        </p:txBody>
      </p:sp>
      <p:sp>
        <p:nvSpPr>
          <p:cNvPr id="14364" name="6 Marcador de número de diapositiva">
            <a:extLst>
              <a:ext uri="{FF2B5EF4-FFF2-40B4-BE49-F238E27FC236}">
                <a16:creationId xmlns:a16="http://schemas.microsoft.com/office/drawing/2014/main" id="{DE3B2E13-9160-40AC-559A-1875A6B94AF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6B10B18-6E0E-434E-8C89-58449CF2F76D}" type="slidenum">
              <a:rPr lang="es-VE" altLang="es-MX" sz="1200">
                <a:solidFill>
                  <a:srgbClr val="898989"/>
                </a:solidFill>
              </a:rPr>
              <a:pPr>
                <a:spcBef>
                  <a:spcPct val="0"/>
                </a:spcBef>
                <a:buFontTx/>
                <a:buNone/>
              </a:pPr>
              <a:t>8</a:t>
            </a:fld>
            <a:endParaRPr lang="es-VE" altLang="es-MX" sz="1200">
              <a:solidFill>
                <a:srgbClr val="898989"/>
              </a:solidFill>
            </a:endParaRPr>
          </a:p>
        </p:txBody>
      </p:sp>
      <p:graphicFrame>
        <p:nvGraphicFramePr>
          <p:cNvPr id="3" name="4 Tabla">
            <a:extLst>
              <a:ext uri="{FF2B5EF4-FFF2-40B4-BE49-F238E27FC236}">
                <a16:creationId xmlns:a16="http://schemas.microsoft.com/office/drawing/2014/main" id="{BA78766F-6856-6D9E-7ED0-2DE2110029D2}"/>
              </a:ext>
            </a:extLst>
          </p:cNvPr>
          <p:cNvGraphicFramePr>
            <a:graphicFrameLocks noGrp="1"/>
          </p:cNvGraphicFramePr>
          <p:nvPr>
            <p:extLst>
              <p:ext uri="{D42A27DB-BD31-4B8C-83A1-F6EECF244321}">
                <p14:modId xmlns:p14="http://schemas.microsoft.com/office/powerpoint/2010/main" val="183613007"/>
              </p:ext>
            </p:extLst>
          </p:nvPr>
        </p:nvGraphicFramePr>
        <p:xfrm>
          <a:off x="485775" y="2476352"/>
          <a:ext cx="8172450" cy="2834520"/>
        </p:xfrm>
        <a:graphic>
          <a:graphicData uri="http://schemas.openxmlformats.org/drawingml/2006/table">
            <a:tbl>
              <a:tblPr firstRow="1" bandRow="1">
                <a:tableStyleId>{5C22544A-7EE6-4342-B048-85BDC9FD1C3A}</a:tableStyleId>
              </a:tblPr>
              <a:tblGrid>
                <a:gridCol w="5815021">
                  <a:extLst>
                    <a:ext uri="{9D8B030D-6E8A-4147-A177-3AD203B41FA5}">
                      <a16:colId xmlns:a16="http://schemas.microsoft.com/office/drawing/2014/main" val="20000"/>
                    </a:ext>
                  </a:extLst>
                </a:gridCol>
                <a:gridCol w="2357429">
                  <a:extLst>
                    <a:ext uri="{9D8B030D-6E8A-4147-A177-3AD203B41FA5}">
                      <a16:colId xmlns:a16="http://schemas.microsoft.com/office/drawing/2014/main" val="20001"/>
                    </a:ext>
                  </a:extLst>
                </a:gridCol>
              </a:tblGrid>
              <a:tr h="365637">
                <a:tc>
                  <a:txBody>
                    <a:bodyPr/>
                    <a:lstStyle/>
                    <a:p>
                      <a:pPr algn="ctr"/>
                      <a:r>
                        <a:rPr lang="es-VE" sz="1800"/>
                        <a:t>Descripción</a:t>
                      </a:r>
                    </a:p>
                  </a:txBody>
                  <a:tcPr marL="91439" marR="91439" marT="45705" marB="45705"/>
                </a:tc>
                <a:tc>
                  <a:txBody>
                    <a:bodyPr/>
                    <a:lstStyle/>
                    <a:p>
                      <a:pPr algn="ctr"/>
                      <a:r>
                        <a:rPr lang="es-VE" sz="1800"/>
                        <a:t>Costos</a:t>
                      </a:r>
                    </a:p>
                  </a:txBody>
                  <a:tcPr marL="91439" marR="91439" marT="45705" marB="45705"/>
                </a:tc>
                <a:extLst>
                  <a:ext uri="{0D108BD9-81ED-4DB2-BD59-A6C34878D82A}">
                    <a16:rowId xmlns:a16="http://schemas.microsoft.com/office/drawing/2014/main" val="10000"/>
                  </a:ext>
                </a:extLst>
              </a:tr>
              <a:tr h="914093">
                <a:tc>
                  <a:txBody>
                    <a:bodyPr/>
                    <a:lstStyle/>
                    <a:p>
                      <a:pPr algn="l"/>
                      <a:r>
                        <a:rPr lang="es-VE" sz="1800" b="1">
                          <a:solidFill>
                            <a:schemeClr val="tx1"/>
                          </a:solidFill>
                        </a:rPr>
                        <a:t>Material didáctico</a:t>
                      </a:r>
                      <a:r>
                        <a:rPr lang="es-VE" sz="1800">
                          <a:solidFill>
                            <a:schemeClr val="tx1"/>
                          </a:solidFill>
                        </a:rPr>
                        <a:t>: juguetes, y calcomanías, al igual que posiblemente los gafetes o alguna identificación para los participantes</a:t>
                      </a:r>
                    </a:p>
                  </a:txBody>
                  <a:tcPr marL="91439" marR="91439" marT="45705" marB="45705"/>
                </a:tc>
                <a:tc>
                  <a:txBody>
                    <a:bodyPr/>
                    <a:lstStyle/>
                    <a:p>
                      <a:pPr algn="l"/>
                      <a:r>
                        <a:rPr lang="es-VE" sz="1800" kern="1200">
                          <a:solidFill>
                            <a:srgbClr val="00B050"/>
                          </a:solidFill>
                          <a:latin typeface="+mn-lt"/>
                          <a:ea typeface="+mn-ea"/>
                          <a:cs typeface="+mn-cs"/>
                        </a:rPr>
                        <a:t>$ 250 </a:t>
                      </a:r>
                    </a:p>
                  </a:txBody>
                  <a:tcPr marL="91439" marR="91439" marT="45705" marB="45705"/>
                </a:tc>
                <a:extLst>
                  <a:ext uri="{0D108BD9-81ED-4DB2-BD59-A6C34878D82A}">
                    <a16:rowId xmlns:a16="http://schemas.microsoft.com/office/drawing/2014/main" val="10001"/>
                  </a:ext>
                </a:extLst>
              </a:tr>
              <a:tr h="914093">
                <a:tc>
                  <a:txBody>
                    <a:bodyPr/>
                    <a:lstStyle/>
                    <a:p>
                      <a:pPr algn="l"/>
                      <a:r>
                        <a:rPr lang="es-ES" sz="1800" b="1"/>
                        <a:t>Tiempo de Preparación y Ejecución:</a:t>
                      </a:r>
                      <a:r>
                        <a:rPr lang="es-ES" sz="1800"/>
                        <a:t> Horas dedicadas por el profesor/facilitador para organizar y conducir las 4 actividades (95 minutos).</a:t>
                      </a:r>
                      <a:endParaRPr lang="es-VE" sz="1800">
                        <a:solidFill>
                          <a:srgbClr val="00B050"/>
                        </a:solidFill>
                      </a:endParaRPr>
                    </a:p>
                  </a:txBody>
                  <a:tcPr marL="91439" marR="91439" marT="45705" marB="45705"/>
                </a:tc>
                <a:tc>
                  <a:txBody>
                    <a:bodyPr/>
                    <a:lstStyle/>
                    <a:p>
                      <a:pPr algn="l"/>
                      <a:r>
                        <a:rPr lang="es-VE" sz="1800" kern="1200">
                          <a:solidFill>
                            <a:srgbClr val="00B050"/>
                          </a:solidFill>
                          <a:latin typeface="+mn-lt"/>
                          <a:ea typeface="+mn-ea"/>
                          <a:cs typeface="+mn-cs"/>
                        </a:rPr>
                        <a:t>Tiempo relacionado a costos</a:t>
                      </a:r>
                    </a:p>
                  </a:txBody>
                  <a:tcPr marL="91439" marR="91439" marT="45705" marB="45705"/>
                </a:tc>
                <a:extLst>
                  <a:ext uri="{0D108BD9-81ED-4DB2-BD59-A6C34878D82A}">
                    <a16:rowId xmlns:a16="http://schemas.microsoft.com/office/drawing/2014/main" val="10002"/>
                  </a:ext>
                </a:extLst>
              </a:tr>
              <a:tr h="639865">
                <a:tc>
                  <a:txBody>
                    <a:bodyPr/>
                    <a:lstStyle/>
                    <a:p>
                      <a:pPr algn="l"/>
                      <a:r>
                        <a:rPr lang="es-ES" sz="1800" b="1"/>
                        <a:t>Logística Mínima:</a:t>
                      </a:r>
                      <a:r>
                        <a:rPr lang="es-ES" sz="1800"/>
                        <a:t> Copias para anotaciones y otros insumos de oficina.</a:t>
                      </a:r>
                      <a:endParaRPr lang="es-VE" sz="1800">
                        <a:solidFill>
                          <a:srgbClr val="00B050"/>
                        </a:solidFill>
                      </a:endParaRPr>
                    </a:p>
                  </a:txBody>
                  <a:tcPr marL="91439" marR="91439" marT="45705" marB="45705"/>
                </a:tc>
                <a:tc>
                  <a:txBody>
                    <a:bodyPr/>
                    <a:lstStyle/>
                    <a:p>
                      <a:pPr algn="l"/>
                      <a:r>
                        <a:rPr lang="es-VE" sz="1800" kern="1200">
                          <a:solidFill>
                            <a:srgbClr val="00B050"/>
                          </a:solidFill>
                          <a:latin typeface="+mn-lt"/>
                          <a:ea typeface="+mn-ea"/>
                          <a:cs typeface="+mn-cs"/>
                        </a:rPr>
                        <a:t>$ 100</a:t>
                      </a:r>
                    </a:p>
                  </a:txBody>
                  <a:tcPr marL="91439" marR="91439" marT="45705" marB="45705"/>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10093885-1E17-5426-971C-A94CCD77B712}"/>
              </a:ext>
            </a:extLst>
          </p:cNvPr>
          <p:cNvSpPr txBox="1">
            <a:spLocks/>
          </p:cNvSpPr>
          <p:nvPr/>
        </p:nvSpPr>
        <p:spPr>
          <a:xfrm>
            <a:off x="445374" y="1193246"/>
            <a:ext cx="8258175" cy="357187"/>
          </a:xfrm>
          <a:prstGeom prst="rect">
            <a:avLst/>
          </a:prstGeom>
        </p:spPr>
        <p:txBody>
          <a:bodyPr anchor="ctr"/>
          <a:lstStyle/>
          <a:p>
            <a:pPr eaLnBrk="1" fontAlgn="auto" hangingPunct="1">
              <a:spcAft>
                <a:spcPts val="0"/>
              </a:spcAft>
              <a:defRPr/>
            </a:pPr>
            <a:r>
              <a:rPr lang="es-VE" sz="2800" b="1">
                <a:latin typeface="+mj-lt"/>
                <a:ea typeface="+mj-ea"/>
                <a:cs typeface="+mj-cs"/>
              </a:rPr>
              <a:t>Alineación del Proyecto con los objetivos Estratégicos</a:t>
            </a:r>
          </a:p>
        </p:txBody>
      </p:sp>
      <p:graphicFrame>
        <p:nvGraphicFramePr>
          <p:cNvPr id="4" name="3 Tabla">
            <a:extLst>
              <a:ext uri="{FF2B5EF4-FFF2-40B4-BE49-F238E27FC236}">
                <a16:creationId xmlns:a16="http://schemas.microsoft.com/office/drawing/2014/main" id="{EE07CDA8-C710-1873-1322-2CB0FC5D3A18}"/>
              </a:ext>
            </a:extLst>
          </p:cNvPr>
          <p:cNvGraphicFramePr>
            <a:graphicFrameLocks noGrp="1"/>
          </p:cNvGraphicFramePr>
          <p:nvPr>
            <p:extLst>
              <p:ext uri="{D42A27DB-BD31-4B8C-83A1-F6EECF244321}">
                <p14:modId xmlns:p14="http://schemas.microsoft.com/office/powerpoint/2010/main" val="2059840503"/>
              </p:ext>
            </p:extLst>
          </p:nvPr>
        </p:nvGraphicFramePr>
        <p:xfrm>
          <a:off x="557827" y="1607856"/>
          <a:ext cx="8039029" cy="5038964"/>
        </p:xfrm>
        <a:graphic>
          <a:graphicData uri="http://schemas.openxmlformats.org/drawingml/2006/table">
            <a:tbl>
              <a:tblPr firstRow="1" bandRow="1">
                <a:tableStyleId>{5C22544A-7EE6-4342-B048-85BDC9FD1C3A}</a:tableStyleId>
              </a:tblPr>
              <a:tblGrid>
                <a:gridCol w="2433660">
                  <a:extLst>
                    <a:ext uri="{9D8B030D-6E8A-4147-A177-3AD203B41FA5}">
                      <a16:colId xmlns:a16="http://schemas.microsoft.com/office/drawing/2014/main" val="20000"/>
                    </a:ext>
                  </a:extLst>
                </a:gridCol>
                <a:gridCol w="2696253">
                  <a:extLst>
                    <a:ext uri="{9D8B030D-6E8A-4147-A177-3AD203B41FA5}">
                      <a16:colId xmlns:a16="http://schemas.microsoft.com/office/drawing/2014/main" val="20001"/>
                    </a:ext>
                  </a:extLst>
                </a:gridCol>
                <a:gridCol w="2909116">
                  <a:extLst>
                    <a:ext uri="{9D8B030D-6E8A-4147-A177-3AD203B41FA5}">
                      <a16:colId xmlns:a16="http://schemas.microsoft.com/office/drawing/2014/main" val="20002"/>
                    </a:ext>
                  </a:extLst>
                </a:gridCol>
              </a:tblGrid>
              <a:tr h="274226">
                <a:tc>
                  <a:txBody>
                    <a:bodyPr/>
                    <a:lstStyle/>
                    <a:p>
                      <a:pPr algn="ctr"/>
                      <a:r>
                        <a:rPr lang="es-VE" sz="1800"/>
                        <a:t>Plan</a:t>
                      </a:r>
                      <a:r>
                        <a:rPr lang="es-VE" sz="1800" baseline="0"/>
                        <a:t> Estratégico</a:t>
                      </a:r>
                      <a:endParaRPr lang="es-VE" sz="1800"/>
                    </a:p>
                  </a:txBody>
                  <a:tcPr marL="91439" marR="91439" marT="45727" marB="45727"/>
                </a:tc>
                <a:tc>
                  <a:txBody>
                    <a:bodyPr/>
                    <a:lstStyle/>
                    <a:p>
                      <a:pPr algn="ctr"/>
                      <a:r>
                        <a:rPr lang="es-VE" sz="1800"/>
                        <a:t>Objetivo Estratégico</a:t>
                      </a:r>
                    </a:p>
                  </a:txBody>
                  <a:tcPr marL="91439" marR="91439" marT="45727" marB="45727"/>
                </a:tc>
                <a:tc>
                  <a:txBody>
                    <a:bodyPr/>
                    <a:lstStyle/>
                    <a:p>
                      <a:pPr algn="ctr"/>
                      <a:r>
                        <a:rPr lang="es-VE" sz="1800"/>
                        <a:t>Relación con el Proyecto</a:t>
                      </a:r>
                    </a:p>
                  </a:txBody>
                  <a:tcPr marL="91439" marR="91439" marT="45727" marB="45727"/>
                </a:tc>
                <a:extLst>
                  <a:ext uri="{0D108BD9-81ED-4DB2-BD59-A6C34878D82A}">
                    <a16:rowId xmlns:a16="http://schemas.microsoft.com/office/drawing/2014/main" val="10000"/>
                  </a:ext>
                </a:extLst>
              </a:tr>
              <a:tr h="1289882">
                <a:tc>
                  <a:txBody>
                    <a:bodyPr/>
                    <a:lstStyle/>
                    <a:p>
                      <a:pPr lvl="0" algn="l">
                        <a:lnSpc>
                          <a:spcPct val="100000"/>
                        </a:lnSpc>
                        <a:spcBef>
                          <a:spcPts val="0"/>
                        </a:spcBef>
                        <a:spcAft>
                          <a:spcPts val="0"/>
                        </a:spcAft>
                        <a:buNone/>
                      </a:pPr>
                      <a:r>
                        <a:rPr lang="es-VE" sz="1400" b="0" i="0" u="none" strike="noStrike" noProof="0" dirty="0">
                          <a:solidFill>
                            <a:schemeClr val="tx1"/>
                          </a:solidFill>
                          <a:latin typeface="Calibri"/>
                        </a:rPr>
                        <a:t>Plan de fomentar la comunicación</a:t>
                      </a:r>
                      <a:endParaRPr lang="es-VE" sz="1400" dirty="0">
                        <a:solidFill>
                          <a:schemeClr val="tx1"/>
                        </a:solidFill>
                      </a:endParaRPr>
                    </a:p>
                  </a:txBody>
                  <a:tcPr marL="91438" marR="91438" marT="45727" marB="45727"/>
                </a:tc>
                <a:tc>
                  <a:txBody>
                    <a:bodyPr/>
                    <a:lstStyle/>
                    <a:p>
                      <a:pPr lvl="0" algn="l">
                        <a:lnSpc>
                          <a:spcPct val="100000"/>
                        </a:lnSpc>
                        <a:spcBef>
                          <a:spcPts val="0"/>
                        </a:spcBef>
                        <a:spcAft>
                          <a:spcPts val="0"/>
                        </a:spcAft>
                        <a:buNone/>
                      </a:pPr>
                      <a:r>
                        <a:rPr lang="es-VE" sz="1400" b="0" i="0" u="none" strike="noStrike" kern="1200" noProof="0">
                          <a:solidFill>
                            <a:schemeClr val="tx1"/>
                          </a:solidFill>
                          <a:latin typeface="Calibri"/>
                        </a:rPr>
                        <a:t>Fomentar la excelencia y el bienestar estudiantil mediante un ambiente de aprendizaje inclusivo y colaborativo.</a:t>
                      </a:r>
                      <a:endParaRPr lang="en-US" sz="1400">
                        <a:solidFill>
                          <a:schemeClr val="tx1"/>
                        </a:solidFill>
                      </a:endParaRPr>
                    </a:p>
                    <a:p>
                      <a:pPr lvl="0" algn="l">
                        <a:buNone/>
                      </a:pPr>
                      <a:endParaRPr lang="es-VE" sz="1400" kern="1200">
                        <a:solidFill>
                          <a:schemeClr val="tx1"/>
                        </a:solidFill>
                        <a:latin typeface="+mn-lt"/>
                        <a:ea typeface="+mn-ea"/>
                        <a:cs typeface="+mn-cs"/>
                      </a:endParaRPr>
                    </a:p>
                  </a:txBody>
                  <a:tcPr marL="91438" marR="91438" marT="45727" marB="45727"/>
                </a:tc>
                <a:tc>
                  <a:txBody>
                    <a:bodyPr/>
                    <a:lstStyle/>
                    <a:p>
                      <a:pPr lvl="0" algn="l">
                        <a:buNone/>
                      </a:pPr>
                      <a:r>
                        <a:rPr lang="es-VE" sz="1400" b="0" i="0" u="none" strike="noStrike" kern="1200" baseline="0" noProof="0">
                          <a:solidFill>
                            <a:schemeClr val="tx1"/>
                          </a:solidFill>
                          <a:latin typeface="Calibri"/>
                        </a:rPr>
                        <a:t>El proyecto contribuye directamente al bienestar estudiantil al mitigar las dificultades de socialización, la timidez, y el desconocimiento inicial entre alumnos</a:t>
                      </a:r>
                      <a:endParaRPr lang="en-US" sz="1400">
                        <a:solidFill>
                          <a:schemeClr val="tx1"/>
                        </a:solidFill>
                      </a:endParaRPr>
                    </a:p>
                  </a:txBody>
                  <a:tcPr marL="91438" marR="91438" marT="45727" marB="45727"/>
                </a:tc>
                <a:extLst>
                  <a:ext uri="{0D108BD9-81ED-4DB2-BD59-A6C34878D82A}">
                    <a16:rowId xmlns:a16="http://schemas.microsoft.com/office/drawing/2014/main" val="10001"/>
                  </a:ext>
                </a:extLst>
              </a:tr>
              <a:tr h="1289882">
                <a:tc>
                  <a:txBody>
                    <a:bodyPr/>
                    <a:lstStyle/>
                    <a:p>
                      <a:pPr lvl="0" algn="l">
                        <a:lnSpc>
                          <a:spcPct val="100000"/>
                        </a:lnSpc>
                        <a:spcBef>
                          <a:spcPts val="0"/>
                        </a:spcBef>
                        <a:spcAft>
                          <a:spcPts val="0"/>
                        </a:spcAft>
                        <a:buNone/>
                      </a:pPr>
                      <a:r>
                        <a:rPr lang="es-VE" sz="1400" b="0" i="0" u="none" strike="noStrike" noProof="0" dirty="0">
                          <a:solidFill>
                            <a:schemeClr val="tx1"/>
                          </a:solidFill>
                          <a:latin typeface="Calibri"/>
                        </a:rPr>
                        <a:t>Plan para fortalecer el trabajo en equipo</a:t>
                      </a:r>
                    </a:p>
                  </a:txBody>
                  <a:tcPr marL="91438" marR="91438" marT="45727" marB="45727"/>
                </a:tc>
                <a:tc>
                  <a:txBody>
                    <a:bodyPr/>
                    <a:lstStyle/>
                    <a:p>
                      <a:pPr lvl="0" algn="l">
                        <a:lnSpc>
                          <a:spcPct val="100000"/>
                        </a:lnSpc>
                        <a:spcBef>
                          <a:spcPts val="0"/>
                        </a:spcBef>
                        <a:spcAft>
                          <a:spcPts val="0"/>
                        </a:spcAft>
                        <a:buNone/>
                      </a:pPr>
                      <a:r>
                        <a:rPr lang="es-VE" sz="1400" b="0" i="0" u="none" strike="noStrike" kern="1200" noProof="0" dirty="0">
                          <a:solidFill>
                            <a:schemeClr val="tx1"/>
                          </a:solidFill>
                          <a:latin typeface="Calibri"/>
                        </a:rPr>
                        <a:t>Mejorar los resultados del aprendizaje y la empleabilidad a través del fortalecimiento de habilidades blandas y el trabajo en equipo.</a:t>
                      </a:r>
                      <a:endParaRPr lang="en-US" sz="1400" dirty="0">
                        <a:solidFill>
                          <a:schemeClr val="tx1"/>
                        </a:solidFill>
                      </a:endParaRPr>
                    </a:p>
                    <a:p>
                      <a:pPr lvl="0" algn="l">
                        <a:buNone/>
                      </a:pPr>
                      <a:endParaRPr lang="es-VE" sz="1400" kern="1200" dirty="0">
                        <a:solidFill>
                          <a:schemeClr val="tx1"/>
                        </a:solidFill>
                        <a:latin typeface="+mn-lt"/>
                        <a:ea typeface="+mn-ea"/>
                        <a:cs typeface="+mn-cs"/>
                      </a:endParaRPr>
                    </a:p>
                  </a:txBody>
                  <a:tcPr marL="91438" marR="91438" marT="45727" marB="45727"/>
                </a:tc>
                <a:tc>
                  <a:txBody>
                    <a:bodyPr/>
                    <a:lstStyle/>
                    <a:p>
                      <a:pPr lvl="0" algn="l">
                        <a:lnSpc>
                          <a:spcPct val="100000"/>
                        </a:lnSpc>
                        <a:spcBef>
                          <a:spcPts val="0"/>
                        </a:spcBef>
                        <a:spcAft>
                          <a:spcPts val="0"/>
                        </a:spcAft>
                        <a:buNone/>
                      </a:pPr>
                      <a:r>
                        <a:rPr lang="es-VE" sz="1400" b="0" i="0" u="none" strike="noStrike" kern="1200" baseline="0" noProof="0">
                          <a:solidFill>
                            <a:schemeClr val="tx1"/>
                          </a:solidFill>
                          <a:latin typeface="Calibri"/>
                        </a:rPr>
                        <a:t>El proyecto promueve la comunicación, la confianza y facilita el trabajo en equipo (problema a resolver). Esto asegura que los estudiantes estén mejor preparados para las actividades colaborativas requeridas en el plan de estudios.</a:t>
                      </a:r>
                      <a:endParaRPr lang="en-US" sz="1400">
                        <a:solidFill>
                          <a:schemeClr val="tx1"/>
                        </a:solidFill>
                      </a:endParaRPr>
                    </a:p>
                    <a:p>
                      <a:pPr lvl="0" algn="l">
                        <a:buNone/>
                      </a:pPr>
                      <a:endParaRPr lang="es-VE" sz="1400" kern="1200" baseline="0">
                        <a:solidFill>
                          <a:schemeClr val="tx1"/>
                        </a:solidFill>
                        <a:latin typeface="+mn-lt"/>
                        <a:ea typeface="+mn-ea"/>
                        <a:cs typeface="+mn-cs"/>
                      </a:endParaRPr>
                    </a:p>
                  </a:txBody>
                  <a:tcPr marL="91438" marR="91438" marT="45727" marB="45727"/>
                </a:tc>
                <a:extLst>
                  <a:ext uri="{0D108BD9-81ED-4DB2-BD59-A6C34878D82A}">
                    <a16:rowId xmlns:a16="http://schemas.microsoft.com/office/drawing/2014/main" val="2085933779"/>
                  </a:ext>
                </a:extLst>
              </a:tr>
              <a:tr h="1289882">
                <a:tc>
                  <a:txBody>
                    <a:bodyPr/>
                    <a:lstStyle/>
                    <a:p>
                      <a:pPr lvl="0" algn="l">
                        <a:lnSpc>
                          <a:spcPct val="100000"/>
                        </a:lnSpc>
                        <a:spcBef>
                          <a:spcPts val="0"/>
                        </a:spcBef>
                        <a:spcAft>
                          <a:spcPts val="0"/>
                        </a:spcAft>
                        <a:buNone/>
                      </a:pPr>
                      <a:r>
                        <a:rPr lang="es-VE" sz="1400" b="0" i="0" u="none" strike="noStrike" noProof="0">
                          <a:solidFill>
                            <a:schemeClr val="tx1"/>
                          </a:solidFill>
                          <a:latin typeface="Calibri"/>
                        </a:rPr>
                        <a:t>Plan Estratégico Institucional </a:t>
                      </a:r>
                      <a:endParaRPr lang="en-US" sz="1400">
                        <a:solidFill>
                          <a:schemeClr val="tx1"/>
                        </a:solidFill>
                      </a:endParaRPr>
                    </a:p>
                    <a:p>
                      <a:pPr lvl="0" algn="l">
                        <a:buNone/>
                      </a:pPr>
                      <a:endParaRPr lang="es-VE" sz="1400">
                        <a:solidFill>
                          <a:schemeClr val="tx1"/>
                        </a:solidFill>
                      </a:endParaRPr>
                    </a:p>
                  </a:txBody>
                  <a:tcPr marL="91438" marR="91438" marT="45727" marB="45727"/>
                </a:tc>
                <a:tc>
                  <a:txBody>
                    <a:bodyPr/>
                    <a:lstStyle/>
                    <a:p>
                      <a:pPr lvl="0" algn="l">
                        <a:lnSpc>
                          <a:spcPct val="100000"/>
                        </a:lnSpc>
                        <a:spcBef>
                          <a:spcPts val="0"/>
                        </a:spcBef>
                        <a:spcAft>
                          <a:spcPts val="0"/>
                        </a:spcAft>
                        <a:buNone/>
                      </a:pPr>
                      <a:r>
                        <a:rPr lang="es-VE" sz="1400" b="0" i="0" u="none" strike="noStrike" kern="1200" noProof="0" dirty="0">
                          <a:solidFill>
                            <a:schemeClr val="tx1"/>
                          </a:solidFill>
                          <a:latin typeface="Calibri"/>
                        </a:rPr>
                        <a:t>Aumentar la retención y el sentido de pertenencia de los estudiantes de nuevo ingreso.</a:t>
                      </a:r>
                      <a:endParaRPr lang="en-US" sz="1400" dirty="0">
                        <a:solidFill>
                          <a:schemeClr val="tx1"/>
                        </a:solidFill>
                      </a:endParaRPr>
                    </a:p>
                    <a:p>
                      <a:pPr lvl="0" algn="l">
                        <a:buNone/>
                      </a:pPr>
                      <a:endParaRPr lang="es-VE" sz="1400" kern="1200" dirty="0">
                        <a:solidFill>
                          <a:schemeClr val="tx1"/>
                        </a:solidFill>
                        <a:latin typeface="+mn-lt"/>
                        <a:ea typeface="+mn-ea"/>
                        <a:cs typeface="+mn-cs"/>
                      </a:endParaRPr>
                    </a:p>
                  </a:txBody>
                  <a:tcPr marL="91438" marR="91438" marT="45727" marB="45727"/>
                </a:tc>
                <a:tc>
                  <a:txBody>
                    <a:bodyPr/>
                    <a:lstStyle/>
                    <a:p>
                      <a:pPr lvl="0" algn="l">
                        <a:lnSpc>
                          <a:spcPct val="100000"/>
                        </a:lnSpc>
                        <a:spcBef>
                          <a:spcPts val="0"/>
                        </a:spcBef>
                        <a:spcAft>
                          <a:spcPts val="0"/>
                        </a:spcAft>
                        <a:buNone/>
                      </a:pPr>
                      <a:r>
                        <a:rPr lang="es-VE" sz="1400" b="0" i="0" u="none" strike="noStrike" kern="1200" baseline="0" noProof="0" dirty="0">
                          <a:solidFill>
                            <a:schemeClr val="tx1"/>
                          </a:solidFill>
                          <a:latin typeface="Calibri"/>
                        </a:rPr>
                        <a:t>Al fortalecer el sentido de pertenencia y la confianza grupal, el proyecto reduce la sensación de aislamiento, un factor clave para la deserción temprana, especialmente en los nuevos ingresos.</a:t>
                      </a:r>
                      <a:endParaRPr lang="en-US" sz="1400" dirty="0">
                        <a:solidFill>
                          <a:schemeClr val="tx1"/>
                        </a:solidFill>
                      </a:endParaRPr>
                    </a:p>
                    <a:p>
                      <a:pPr lvl="0" algn="l">
                        <a:buNone/>
                      </a:pPr>
                      <a:endParaRPr lang="es-VE" sz="1400" kern="1200" baseline="0" dirty="0">
                        <a:solidFill>
                          <a:schemeClr val="tx1"/>
                        </a:solidFill>
                        <a:latin typeface="+mn-lt"/>
                        <a:ea typeface="+mn-ea"/>
                        <a:cs typeface="+mn-cs"/>
                      </a:endParaRPr>
                    </a:p>
                  </a:txBody>
                  <a:tcPr marL="91438" marR="91438" marT="45727" marB="45727"/>
                </a:tc>
                <a:extLst>
                  <a:ext uri="{0D108BD9-81ED-4DB2-BD59-A6C34878D82A}">
                    <a16:rowId xmlns:a16="http://schemas.microsoft.com/office/drawing/2014/main" val="2484406897"/>
                  </a:ext>
                </a:extLst>
              </a:tr>
            </a:tbl>
          </a:graphicData>
        </a:graphic>
      </p:graphicFrame>
      <p:sp>
        <p:nvSpPr>
          <p:cNvPr id="13330" name="5 Marcador de número de diapositiva">
            <a:extLst>
              <a:ext uri="{FF2B5EF4-FFF2-40B4-BE49-F238E27FC236}">
                <a16:creationId xmlns:a16="http://schemas.microsoft.com/office/drawing/2014/main" id="{DA2E16E8-B32B-1C8C-E9C4-C9463385AA1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B05442-B093-4C0C-B987-1C4693575BB4}" type="slidenum">
              <a:rPr lang="es-VE" altLang="es-MX" sz="1200">
                <a:solidFill>
                  <a:srgbClr val="898989"/>
                </a:solidFill>
              </a:rPr>
              <a:pPr>
                <a:spcBef>
                  <a:spcPct val="0"/>
                </a:spcBef>
                <a:buFontTx/>
                <a:buNone/>
              </a:pPr>
              <a:t>9</a:t>
            </a:fld>
            <a:endParaRPr lang="es-VE" altLang="es-MX" sz="120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34F44BA3-D518-1547-DD70-4D108A443BC0}"/>
              </a:ext>
            </a:extLst>
          </p:cNvPr>
          <p:cNvSpPr txBox="1">
            <a:spLocks/>
          </p:cNvSpPr>
          <p:nvPr/>
        </p:nvSpPr>
        <p:spPr>
          <a:xfrm>
            <a:off x="493591" y="1281384"/>
            <a:ext cx="8258175" cy="357187"/>
          </a:xfrm>
          <a:prstGeom prst="rect">
            <a:avLst/>
          </a:prstGeom>
        </p:spPr>
        <p:txBody>
          <a:bodyPr anchor="ctr"/>
          <a:lstStyle/>
          <a:p>
            <a:pPr eaLnBrk="1" fontAlgn="auto" hangingPunct="1">
              <a:spcAft>
                <a:spcPts val="0"/>
              </a:spcAft>
              <a:defRPr/>
            </a:pPr>
            <a:r>
              <a:rPr lang="es-VE" sz="2800" b="1">
                <a:latin typeface="+mj-lt"/>
                <a:ea typeface="+mj-ea"/>
                <a:cs typeface="+mj-cs"/>
              </a:rPr>
              <a:t>Análisis Costo Beneficio</a:t>
            </a:r>
          </a:p>
        </p:txBody>
      </p:sp>
      <p:sp>
        <p:nvSpPr>
          <p:cNvPr id="6" name="1 Título">
            <a:extLst>
              <a:ext uri="{FF2B5EF4-FFF2-40B4-BE49-F238E27FC236}">
                <a16:creationId xmlns:a16="http://schemas.microsoft.com/office/drawing/2014/main" id="{E6B9B104-D636-2AEA-C13F-ABDF6B1E991E}"/>
              </a:ext>
            </a:extLst>
          </p:cNvPr>
          <p:cNvSpPr txBox="1">
            <a:spLocks/>
          </p:cNvSpPr>
          <p:nvPr/>
        </p:nvSpPr>
        <p:spPr>
          <a:xfrm>
            <a:off x="518569" y="1700731"/>
            <a:ext cx="7772400" cy="357188"/>
          </a:xfrm>
          <a:prstGeom prst="rect">
            <a:avLst/>
          </a:prstGeom>
        </p:spPr>
        <p:txBody>
          <a:bodyPr anchor="ctr"/>
          <a:lstStyle/>
          <a:p>
            <a:pPr eaLnBrk="1" fontAlgn="auto" hangingPunct="1">
              <a:spcAft>
                <a:spcPts val="0"/>
              </a:spcAft>
              <a:defRPr/>
            </a:pPr>
            <a:r>
              <a:rPr lang="es-VE" sz="2000" b="1">
                <a:latin typeface="+mj-lt"/>
                <a:ea typeface="+mj-ea"/>
                <a:cs typeface="+mj-cs"/>
              </a:rPr>
              <a:t>Beneficios</a:t>
            </a:r>
          </a:p>
        </p:txBody>
      </p:sp>
      <p:sp>
        <p:nvSpPr>
          <p:cNvPr id="15382" name="8 Marcador de número de diapositiva">
            <a:extLst>
              <a:ext uri="{FF2B5EF4-FFF2-40B4-BE49-F238E27FC236}">
                <a16:creationId xmlns:a16="http://schemas.microsoft.com/office/drawing/2014/main" id="{312E9A94-245C-A653-FA86-4997C4CC136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94B703D-EF16-4EDF-9820-65F2C5CC38B6}" type="slidenum">
              <a:rPr lang="es-VE" altLang="es-MX" sz="1200">
                <a:solidFill>
                  <a:srgbClr val="898989"/>
                </a:solidFill>
              </a:rPr>
              <a:pPr>
                <a:spcBef>
                  <a:spcPct val="0"/>
                </a:spcBef>
                <a:buFontTx/>
                <a:buNone/>
              </a:pPr>
              <a:t>10</a:t>
            </a:fld>
            <a:endParaRPr lang="es-VE" altLang="es-MX" sz="1200">
              <a:solidFill>
                <a:srgbClr val="898989"/>
              </a:solidFill>
            </a:endParaRPr>
          </a:p>
        </p:txBody>
      </p:sp>
      <p:graphicFrame>
        <p:nvGraphicFramePr>
          <p:cNvPr id="3" name="4 Tabla">
            <a:extLst>
              <a:ext uri="{FF2B5EF4-FFF2-40B4-BE49-F238E27FC236}">
                <a16:creationId xmlns:a16="http://schemas.microsoft.com/office/drawing/2014/main" id="{2B77F914-7BC3-04F7-83A5-7643B521EF4F}"/>
              </a:ext>
            </a:extLst>
          </p:cNvPr>
          <p:cNvGraphicFramePr>
            <a:graphicFrameLocks noGrp="1"/>
          </p:cNvGraphicFramePr>
          <p:nvPr>
            <p:extLst>
              <p:ext uri="{D42A27DB-BD31-4B8C-83A1-F6EECF244321}">
                <p14:modId xmlns:p14="http://schemas.microsoft.com/office/powerpoint/2010/main" val="2113346919"/>
              </p:ext>
            </p:extLst>
          </p:nvPr>
        </p:nvGraphicFramePr>
        <p:xfrm>
          <a:off x="558469" y="2063539"/>
          <a:ext cx="8258175" cy="4481147"/>
        </p:xfrm>
        <a:graphic>
          <a:graphicData uri="http://schemas.openxmlformats.org/drawingml/2006/table">
            <a:tbl>
              <a:tblPr firstRow="1" bandRow="1">
                <a:tableStyleId>{5C22544A-7EE6-4342-B048-85BDC9FD1C3A}</a:tableStyleId>
              </a:tblPr>
              <a:tblGrid>
                <a:gridCol w="3365459">
                  <a:extLst>
                    <a:ext uri="{9D8B030D-6E8A-4147-A177-3AD203B41FA5}">
                      <a16:colId xmlns:a16="http://schemas.microsoft.com/office/drawing/2014/main" val="20000"/>
                    </a:ext>
                  </a:extLst>
                </a:gridCol>
                <a:gridCol w="4892716">
                  <a:extLst>
                    <a:ext uri="{9D8B030D-6E8A-4147-A177-3AD203B41FA5}">
                      <a16:colId xmlns:a16="http://schemas.microsoft.com/office/drawing/2014/main" val="20001"/>
                    </a:ext>
                  </a:extLst>
                </a:gridCol>
              </a:tblGrid>
              <a:tr h="365805">
                <a:tc>
                  <a:txBody>
                    <a:bodyPr/>
                    <a:lstStyle/>
                    <a:p>
                      <a:pPr algn="ctr"/>
                      <a:r>
                        <a:rPr lang="es-ES" sz="1800"/>
                        <a:t>Mejora en el ambiente de aula y el trabajo en equipo.</a:t>
                      </a:r>
                      <a:endParaRPr lang="es-VE" sz="1800"/>
                    </a:p>
                  </a:txBody>
                  <a:tcPr marL="91439" marR="91439" marT="45719" marB="45719"/>
                </a:tc>
                <a:tc>
                  <a:txBody>
                    <a:bodyPr/>
                    <a:lstStyle/>
                    <a:p>
                      <a:pPr algn="ctr"/>
                      <a:r>
                        <a:rPr lang="es-VE" sz="1800"/>
                        <a:t>Costos (Primer año)</a:t>
                      </a:r>
                    </a:p>
                  </a:txBody>
                  <a:tcPr marL="91439" marR="91439" marT="45719" marB="45719"/>
                </a:tc>
                <a:extLst>
                  <a:ext uri="{0D108BD9-81ED-4DB2-BD59-A6C34878D82A}">
                    <a16:rowId xmlns:a16="http://schemas.microsoft.com/office/drawing/2014/main" val="10000"/>
                  </a:ext>
                </a:extLst>
              </a:tr>
              <a:tr h="1005995">
                <a:tc>
                  <a:txBody>
                    <a:bodyPr/>
                    <a:lstStyle/>
                    <a:p>
                      <a:pPr algn="l"/>
                      <a:r>
                        <a:rPr lang="es-ES" sz="1600">
                          <a:solidFill>
                            <a:schemeClr val="tx1"/>
                          </a:solidFill>
                        </a:rPr>
                        <a:t>Mejora en el ambiente de aula y el trabajo en equipo.</a:t>
                      </a:r>
                      <a:endParaRPr lang="es-VE" sz="1600">
                        <a:solidFill>
                          <a:schemeClr val="tx1"/>
                        </a:solidFill>
                      </a:endParaRPr>
                    </a:p>
                  </a:txBody>
                  <a:tcPr marL="91439" marR="91439" marT="45719" marB="45719"/>
                </a:tc>
                <a:tc>
                  <a:txBody>
                    <a:bodyPr/>
                    <a:lstStyle/>
                    <a:p>
                      <a:pPr algn="l"/>
                      <a:r>
                        <a:rPr lang="es-VE" sz="1600" kern="1200">
                          <a:solidFill>
                            <a:schemeClr val="tx1"/>
                          </a:solidFill>
                          <a:latin typeface="+mn-lt"/>
                          <a:ea typeface="+mn-ea"/>
                          <a:cs typeface="+mn-cs"/>
                        </a:rPr>
                        <a:t>Aumento del </a:t>
                      </a:r>
                      <a:r>
                        <a:rPr lang="es-ES" sz="1600" kern="1200">
                          <a:solidFill>
                            <a:schemeClr val="tx1"/>
                          </a:solidFill>
                          <a:latin typeface="+mn-lt"/>
                          <a:ea typeface="+mn-ea"/>
                          <a:cs typeface="+mn-cs"/>
                        </a:rPr>
                        <a:t>70% o más en aciertos al identificar compañeros ("Adivina Quién"). Reducción de obstáculos para el trabajo en equipo.</a:t>
                      </a:r>
                      <a:endParaRPr lang="es-VE" sz="1600" kern="1200">
                        <a:solidFill>
                          <a:schemeClr val="tx1"/>
                        </a:solidFill>
                        <a:latin typeface="+mn-lt"/>
                        <a:ea typeface="+mn-ea"/>
                        <a:cs typeface="+mn-cs"/>
                      </a:endParaRPr>
                    </a:p>
                  </a:txBody>
                  <a:tcPr marL="91439" marR="91439" marT="45719" marB="45719"/>
                </a:tc>
                <a:extLst>
                  <a:ext uri="{0D108BD9-81ED-4DB2-BD59-A6C34878D82A}">
                    <a16:rowId xmlns:a16="http://schemas.microsoft.com/office/drawing/2014/main" val="10001"/>
                  </a:ext>
                </a:extLst>
              </a:tr>
              <a:tr h="1005995">
                <a:tc>
                  <a:txBody>
                    <a:bodyPr/>
                    <a:lstStyle/>
                    <a:p>
                      <a:pPr algn="l"/>
                      <a:r>
                        <a:rPr lang="es-ES" sz="1600">
                          <a:solidFill>
                            <a:schemeClr val="tx1"/>
                          </a:solidFill>
                        </a:rPr>
                        <a:t>Fomento de la participación y la confianza.</a:t>
                      </a:r>
                      <a:endParaRPr lang="es-VE" sz="1600">
                        <a:solidFill>
                          <a:schemeClr val="tx1"/>
                        </a:solidFill>
                      </a:endParaRPr>
                    </a:p>
                  </a:txBody>
                  <a:tcPr marL="91439" marR="91439" marT="45719" marB="45719"/>
                </a:tc>
                <a:tc>
                  <a:txBody>
                    <a:bodyPr/>
                    <a:lstStyle/>
                    <a:p>
                      <a:pPr algn="l"/>
                      <a:r>
                        <a:rPr lang="es-ES" sz="1600" kern="1200">
                          <a:solidFill>
                            <a:schemeClr val="tx1"/>
                          </a:solidFill>
                          <a:latin typeface="+mn-lt"/>
                          <a:ea typeface="+mn-ea"/>
                          <a:cs typeface="+mn-cs"/>
                        </a:rPr>
                        <a:t>Nivel de participación activa del grupo de al menos el 80% de los estudiantes ("Presentación de Resultados"). Mitigación de la timidez para interactuar.</a:t>
                      </a:r>
                      <a:endParaRPr lang="es-VE" sz="1600" kern="1200">
                        <a:solidFill>
                          <a:schemeClr val="tx1"/>
                        </a:solidFill>
                        <a:latin typeface="+mn-lt"/>
                        <a:ea typeface="+mn-ea"/>
                        <a:cs typeface="+mn-cs"/>
                      </a:endParaRPr>
                    </a:p>
                  </a:txBody>
                  <a:tcPr marL="91439" marR="91439" marT="45719" marB="45719"/>
                </a:tc>
                <a:extLst>
                  <a:ext uri="{0D108BD9-81ED-4DB2-BD59-A6C34878D82A}">
                    <a16:rowId xmlns:a16="http://schemas.microsoft.com/office/drawing/2014/main" val="10002"/>
                  </a:ext>
                </a:extLst>
              </a:tr>
              <a:tr h="823084">
                <a:tc>
                  <a:txBody>
                    <a:bodyPr/>
                    <a:lstStyle/>
                    <a:p>
                      <a:pPr algn="l"/>
                      <a:r>
                        <a:rPr lang="es-ES" sz="1600">
                          <a:solidFill>
                            <a:schemeClr val="tx1"/>
                          </a:solidFill>
                        </a:rPr>
                        <a:t>Aumento en el sentido de pertenencia y retención.</a:t>
                      </a:r>
                      <a:endParaRPr lang="es-VE" sz="1600">
                        <a:solidFill>
                          <a:schemeClr val="tx1"/>
                        </a:solidFill>
                      </a:endParaRPr>
                    </a:p>
                  </a:txBody>
                  <a:tcPr marL="91439" marR="91439" marT="45719" marB="45719"/>
                </a:tc>
                <a:tc>
                  <a:txBody>
                    <a:bodyPr/>
                    <a:lstStyle/>
                    <a:p>
                      <a:pPr algn="l"/>
                      <a:r>
                        <a:rPr lang="es-ES" sz="1600" kern="1200">
                          <a:solidFill>
                            <a:schemeClr val="tx1"/>
                          </a:solidFill>
                          <a:latin typeface="+mn-lt"/>
                          <a:ea typeface="+mn-ea"/>
                          <a:cs typeface="+mn-cs"/>
                        </a:rPr>
                        <a:t>Fortalecimiento del sentido de pertenencia  (medible a través de encuestas posteriores a la integración).</a:t>
                      </a:r>
                      <a:endParaRPr lang="es-VE" sz="1600" kern="1200">
                        <a:solidFill>
                          <a:schemeClr val="tx1"/>
                        </a:solidFill>
                        <a:latin typeface="+mn-lt"/>
                        <a:ea typeface="+mn-ea"/>
                        <a:cs typeface="+mn-cs"/>
                      </a:endParaRPr>
                    </a:p>
                  </a:txBody>
                  <a:tcPr marL="91439" marR="91439" marT="45719" marB="45719"/>
                </a:tc>
                <a:extLst>
                  <a:ext uri="{0D108BD9-81ED-4DB2-BD59-A6C34878D82A}">
                    <a16:rowId xmlns:a16="http://schemas.microsoft.com/office/drawing/2014/main" val="10003"/>
                  </a:ext>
                </a:extLst>
              </a:tr>
              <a:tr h="1005995">
                <a:tc>
                  <a:txBody>
                    <a:bodyPr/>
                    <a:lstStyle/>
                    <a:p>
                      <a:pPr algn="l"/>
                      <a:r>
                        <a:rPr lang="es-ES" sz="1600">
                          <a:solidFill>
                            <a:schemeClr val="tx1"/>
                          </a:solidFill>
                        </a:rPr>
                        <a:t>Mejor conocimiento mutuo para futuras asignaciones de equipos.</a:t>
                      </a:r>
                      <a:endParaRPr lang="es-VE" sz="1600">
                        <a:solidFill>
                          <a:schemeClr val="tx1"/>
                        </a:solidFill>
                      </a:endParaRPr>
                    </a:p>
                  </a:txBody>
                  <a:tcPr marL="91439" marR="91439" marT="45719" marB="45719"/>
                </a:tc>
                <a:tc>
                  <a:txBody>
                    <a:bodyPr/>
                    <a:lstStyle/>
                    <a:p>
                      <a:pPr algn="l"/>
                      <a:r>
                        <a:rPr lang="es-ES" sz="1600" kern="1200">
                          <a:solidFill>
                            <a:schemeClr val="tx1"/>
                          </a:solidFill>
                          <a:latin typeface="+mn-lt"/>
                          <a:ea typeface="+mn-ea"/>
                          <a:cs typeface="+mn-cs"/>
                        </a:rPr>
                        <a:t>Se obtiene información valiosa (pasatiempos, metas, situación laboral)  para formar equipos de trabajo más compatibles y eficientes.</a:t>
                      </a:r>
                      <a:endParaRPr lang="es-VE" sz="1600" kern="1200">
                        <a:solidFill>
                          <a:schemeClr val="tx1"/>
                        </a:solidFill>
                        <a:latin typeface="+mn-lt"/>
                        <a:ea typeface="+mn-ea"/>
                        <a:cs typeface="+mn-cs"/>
                      </a:endParaRPr>
                    </a:p>
                  </a:txBody>
                  <a:tcPr marL="91439" marR="91439" marT="45719" marB="45719"/>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56A9F7CA-31F2-D602-605C-D19EBEAF0577}"/>
              </a:ext>
            </a:extLst>
          </p:cNvPr>
          <p:cNvSpPr txBox="1">
            <a:spLocks/>
          </p:cNvSpPr>
          <p:nvPr/>
        </p:nvSpPr>
        <p:spPr>
          <a:xfrm>
            <a:off x="504784" y="1333625"/>
            <a:ext cx="8258175" cy="357187"/>
          </a:xfrm>
          <a:prstGeom prst="rect">
            <a:avLst/>
          </a:prstGeom>
        </p:spPr>
        <p:txBody>
          <a:bodyPr anchor="ctr"/>
          <a:lstStyle/>
          <a:p>
            <a:pPr eaLnBrk="1" fontAlgn="auto" hangingPunct="1">
              <a:spcAft>
                <a:spcPts val="0"/>
              </a:spcAft>
              <a:defRPr/>
            </a:pPr>
            <a:r>
              <a:rPr lang="es-VE" sz="2800" b="1">
                <a:latin typeface="+mj-lt"/>
                <a:ea typeface="+mj-ea"/>
                <a:cs typeface="+mj-cs"/>
              </a:rPr>
              <a:t>Análisis de Alternativas</a:t>
            </a:r>
          </a:p>
        </p:txBody>
      </p:sp>
      <p:sp>
        <p:nvSpPr>
          <p:cNvPr id="16414" name="5 Marcador de número de diapositiva">
            <a:extLst>
              <a:ext uri="{FF2B5EF4-FFF2-40B4-BE49-F238E27FC236}">
                <a16:creationId xmlns:a16="http://schemas.microsoft.com/office/drawing/2014/main" id="{DBB0B012-27F1-D28D-2F26-3EB52E19B8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6634EFF-B108-469F-9045-26D01E7F873B}" type="slidenum">
              <a:rPr lang="es-VE" altLang="es-MX" sz="1200">
                <a:solidFill>
                  <a:srgbClr val="898989"/>
                </a:solidFill>
              </a:rPr>
              <a:pPr>
                <a:spcBef>
                  <a:spcPct val="0"/>
                </a:spcBef>
                <a:buFontTx/>
                <a:buNone/>
              </a:pPr>
              <a:t>11</a:t>
            </a:fld>
            <a:endParaRPr lang="es-VE" altLang="es-MX" sz="1200">
              <a:solidFill>
                <a:srgbClr val="898989"/>
              </a:solidFill>
            </a:endParaRPr>
          </a:p>
        </p:txBody>
      </p:sp>
      <p:graphicFrame>
        <p:nvGraphicFramePr>
          <p:cNvPr id="3" name="3 Tabla">
            <a:extLst>
              <a:ext uri="{FF2B5EF4-FFF2-40B4-BE49-F238E27FC236}">
                <a16:creationId xmlns:a16="http://schemas.microsoft.com/office/drawing/2014/main" id="{4C539FF4-6815-4B99-4EF6-72CAE21DD3AE}"/>
              </a:ext>
            </a:extLst>
          </p:cNvPr>
          <p:cNvGraphicFramePr>
            <a:graphicFrameLocks noGrp="1"/>
          </p:cNvGraphicFramePr>
          <p:nvPr>
            <p:extLst>
              <p:ext uri="{D42A27DB-BD31-4B8C-83A1-F6EECF244321}">
                <p14:modId xmlns:p14="http://schemas.microsoft.com/office/powerpoint/2010/main" val="719806494"/>
              </p:ext>
            </p:extLst>
          </p:nvPr>
        </p:nvGraphicFramePr>
        <p:xfrm>
          <a:off x="514350" y="1844824"/>
          <a:ext cx="8172450" cy="4833650"/>
        </p:xfrm>
        <a:graphic>
          <a:graphicData uri="http://schemas.openxmlformats.org/drawingml/2006/table">
            <a:tbl>
              <a:tblPr firstRow="1" bandRow="1">
                <a:tableStyleId>{5C22544A-7EE6-4342-B048-85BDC9FD1C3A}</a:tableStyleId>
              </a:tblPr>
              <a:tblGrid>
                <a:gridCol w="3049538">
                  <a:extLst>
                    <a:ext uri="{9D8B030D-6E8A-4147-A177-3AD203B41FA5}">
                      <a16:colId xmlns:a16="http://schemas.microsoft.com/office/drawing/2014/main" val="20000"/>
                    </a:ext>
                  </a:extLst>
                </a:gridCol>
                <a:gridCol w="5122912">
                  <a:extLst>
                    <a:ext uri="{9D8B030D-6E8A-4147-A177-3AD203B41FA5}">
                      <a16:colId xmlns:a16="http://schemas.microsoft.com/office/drawing/2014/main" val="20001"/>
                    </a:ext>
                  </a:extLst>
                </a:gridCol>
              </a:tblGrid>
              <a:tr h="343678">
                <a:tc>
                  <a:txBody>
                    <a:bodyPr/>
                    <a:lstStyle/>
                    <a:p>
                      <a:pPr algn="ctr"/>
                      <a:r>
                        <a:rPr lang="es-VE" sz="1800"/>
                        <a:t>Alternativas</a:t>
                      </a:r>
                    </a:p>
                  </a:txBody>
                  <a:tcPr marL="91439" marR="91439" marT="45722" marB="45722"/>
                </a:tc>
                <a:tc>
                  <a:txBody>
                    <a:bodyPr/>
                    <a:lstStyle/>
                    <a:p>
                      <a:pPr algn="ctr"/>
                      <a:r>
                        <a:rPr lang="es-VE" sz="1800"/>
                        <a:t>Razones para no seleccionarla</a:t>
                      </a:r>
                    </a:p>
                  </a:txBody>
                  <a:tcPr marL="91439" marR="91439" marT="45722" marB="45722"/>
                </a:tc>
                <a:extLst>
                  <a:ext uri="{0D108BD9-81ED-4DB2-BD59-A6C34878D82A}">
                    <a16:rowId xmlns:a16="http://schemas.microsoft.com/office/drawing/2014/main" val="10000"/>
                  </a:ext>
                </a:extLst>
              </a:tr>
              <a:tr h="1288813">
                <a:tc>
                  <a:txBody>
                    <a:bodyPr/>
                    <a:lstStyle/>
                    <a:p>
                      <a:pPr algn="l"/>
                      <a:r>
                        <a:rPr lang="es-ES" sz="1800">
                          <a:solidFill>
                            <a:schemeClr val="tx1"/>
                          </a:solidFill>
                        </a:rPr>
                        <a:t>Mantener estatus actual</a:t>
                      </a:r>
                      <a:endParaRPr lang="es-VE" sz="1800">
                        <a:solidFill>
                          <a:schemeClr val="tx1"/>
                        </a:solidFill>
                      </a:endParaRPr>
                    </a:p>
                  </a:txBody>
                  <a:tcPr marL="91439" marR="91439" marT="45722" marB="45722"/>
                </a:tc>
                <a:tc>
                  <a:txBody>
                    <a:bodyPr/>
                    <a:lstStyle/>
                    <a:p>
                      <a:pPr algn="l"/>
                      <a:r>
                        <a:rPr lang="es-ES" sz="1400" kern="1200">
                          <a:solidFill>
                            <a:schemeClr val="tx1"/>
                          </a:solidFill>
                          <a:latin typeface="+mn-lt"/>
                          <a:ea typeface="+mn-ea"/>
                          <a:cs typeface="+mn-cs"/>
                        </a:rPr>
                        <a:t>Los estudiantes seguirán presentando dificultades para socializar. Persistirá el desconocimiento entre compañeros, la timidez al interactuar y los obstáculos para el trabajo en equipo. No se alcanzarán los objetivos estratégicos de fomentar el bienestar y el ambiente colaborativo.</a:t>
                      </a:r>
                      <a:endParaRPr lang="es-VE" sz="1400" kern="1200">
                        <a:solidFill>
                          <a:schemeClr val="tx1"/>
                        </a:solidFill>
                        <a:latin typeface="+mn-lt"/>
                        <a:ea typeface="+mn-ea"/>
                        <a:cs typeface="+mn-cs"/>
                      </a:endParaRPr>
                    </a:p>
                  </a:txBody>
                  <a:tcPr marL="91439" marR="91439" marT="45722" marB="45722"/>
                </a:tc>
                <a:extLst>
                  <a:ext uri="{0D108BD9-81ED-4DB2-BD59-A6C34878D82A}">
                    <a16:rowId xmlns:a16="http://schemas.microsoft.com/office/drawing/2014/main" val="10001"/>
                  </a:ext>
                </a:extLst>
              </a:tr>
              <a:tr h="1689778">
                <a:tc>
                  <a:txBody>
                    <a:bodyPr/>
                    <a:lstStyle/>
                    <a:p>
                      <a:pPr algn="l"/>
                      <a:r>
                        <a:rPr lang="es-ES" sz="1800">
                          <a:solidFill>
                            <a:schemeClr val="tx1"/>
                          </a:solidFill>
                        </a:rPr>
                        <a:t>Solo realizar la presentación grupal</a:t>
                      </a:r>
                      <a:endParaRPr lang="es-VE" sz="1800">
                        <a:solidFill>
                          <a:schemeClr val="tx1"/>
                        </a:solidFill>
                      </a:endParaRPr>
                    </a:p>
                  </a:txBody>
                  <a:tcPr marL="91439" marR="91439"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VE" sz="1400" kern="1200">
                          <a:solidFill>
                            <a:schemeClr val="tx1"/>
                          </a:solidFill>
                          <a:latin typeface="+mn-lt"/>
                          <a:ea typeface="+mn-ea"/>
                          <a:cs typeface="+mn-cs"/>
                        </a:rPr>
                        <a:t>La </a:t>
                      </a:r>
                      <a:r>
                        <a:rPr lang="es-ES" sz="1400" kern="1200">
                          <a:solidFill>
                            <a:schemeClr val="tx1"/>
                          </a:solidFill>
                          <a:latin typeface="+mn-lt"/>
                          <a:ea typeface="+mn-ea"/>
                          <a:cs typeface="+mn-cs"/>
                        </a:rPr>
                        <a:t>información compartida sería muy básica (intereses, pasatiempos, situación laboral). No se logra el objetivo de conocerse en mayor profundidad. No se fortalece la confianza y comunicación mediante dinámicas de colaboración activa (Entrevistas y Juegos). No se cumpliría la meta de realizar al menos 3 entrevistas por integrante.</a:t>
                      </a:r>
                      <a:endParaRPr lang="es-VE" sz="1400" kern="1200">
                        <a:solidFill>
                          <a:schemeClr val="tx1"/>
                        </a:solidFill>
                        <a:latin typeface="+mn-lt"/>
                        <a:ea typeface="+mn-ea"/>
                        <a:cs typeface="+mn-cs"/>
                      </a:endParaRPr>
                    </a:p>
                  </a:txBody>
                  <a:tcPr marL="91439" marR="91439" marT="45722" marB="45722"/>
                </a:tc>
                <a:extLst>
                  <a:ext uri="{0D108BD9-81ED-4DB2-BD59-A6C34878D82A}">
                    <a16:rowId xmlns:a16="http://schemas.microsoft.com/office/drawing/2014/main" val="10002"/>
                  </a:ext>
                </a:extLst>
              </a:tr>
              <a:tr h="1489295">
                <a:tc>
                  <a:txBody>
                    <a:bodyPr/>
                    <a:lstStyle/>
                    <a:p>
                      <a:pPr algn="l"/>
                      <a:r>
                        <a:rPr lang="es-ES" sz="1800">
                          <a:solidFill>
                            <a:schemeClr val="tx1"/>
                          </a:solidFill>
                        </a:rPr>
                        <a:t>Solo asignar equipos de trabajo inmediatamente</a:t>
                      </a:r>
                      <a:endParaRPr lang="es-VE" sz="1800">
                        <a:solidFill>
                          <a:schemeClr val="tx1"/>
                        </a:solidFill>
                      </a:endParaRPr>
                    </a:p>
                  </a:txBody>
                  <a:tcPr marL="91439" marR="91439"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400" kern="1200">
                          <a:solidFill>
                            <a:schemeClr val="tx1"/>
                          </a:solidFill>
                          <a:latin typeface="+mn-lt"/>
                          <a:ea typeface="+mn-ea"/>
                          <a:cs typeface="+mn-cs"/>
                        </a:rPr>
                        <a:t>La falta de seriedad en las interacciones o respuestas incompletas es un riesgo alto, ya que no se establece una guía ni un ambiente de confianza previo. La timidez evitaría que los estudiantes participen activamente desde el inicio.  Las actividades no están diseñadas para la integración, lo que resultaría en una  poca participación.</a:t>
                      </a:r>
                      <a:endParaRPr lang="es-VE" sz="1400" kern="1200">
                        <a:solidFill>
                          <a:schemeClr val="tx1"/>
                        </a:solidFill>
                        <a:latin typeface="+mn-lt"/>
                        <a:ea typeface="+mn-ea"/>
                        <a:cs typeface="+mn-cs"/>
                      </a:endParaRPr>
                    </a:p>
                  </a:txBody>
                  <a:tcPr marL="91439" marR="91439" marT="45722" marB="45722"/>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51323693-7913-9F74-9F67-40C538E31DFF}"/>
              </a:ext>
            </a:extLst>
          </p:cNvPr>
          <p:cNvSpPr txBox="1">
            <a:spLocks/>
          </p:cNvSpPr>
          <p:nvPr/>
        </p:nvSpPr>
        <p:spPr>
          <a:xfrm>
            <a:off x="357188" y="1357313"/>
            <a:ext cx="8258175" cy="357187"/>
          </a:xfrm>
          <a:prstGeom prst="rect">
            <a:avLst/>
          </a:prstGeom>
        </p:spPr>
        <p:txBody>
          <a:bodyPr anchor="ctr"/>
          <a:lstStyle/>
          <a:p>
            <a:pPr eaLnBrk="1" fontAlgn="auto" hangingPunct="1">
              <a:spcAft>
                <a:spcPts val="0"/>
              </a:spcAft>
              <a:defRPr/>
            </a:pPr>
            <a:r>
              <a:rPr lang="es-VE" sz="2800" b="1">
                <a:latin typeface="+mj-lt"/>
                <a:ea typeface="+mj-ea"/>
                <a:cs typeface="+mj-cs"/>
              </a:rPr>
              <a:t>Aprobaciones</a:t>
            </a:r>
          </a:p>
        </p:txBody>
      </p:sp>
      <p:graphicFrame>
        <p:nvGraphicFramePr>
          <p:cNvPr id="5" name="4 Tabla">
            <a:extLst>
              <a:ext uri="{FF2B5EF4-FFF2-40B4-BE49-F238E27FC236}">
                <a16:creationId xmlns:a16="http://schemas.microsoft.com/office/drawing/2014/main" id="{2E4C4B6B-95EC-D431-E898-25DE51B0F248}"/>
              </a:ext>
            </a:extLst>
          </p:cNvPr>
          <p:cNvGraphicFramePr>
            <a:graphicFrameLocks noGrp="1"/>
          </p:cNvGraphicFramePr>
          <p:nvPr>
            <p:extLst>
              <p:ext uri="{D42A27DB-BD31-4B8C-83A1-F6EECF244321}">
                <p14:modId xmlns:p14="http://schemas.microsoft.com/office/powerpoint/2010/main" val="461213664"/>
              </p:ext>
            </p:extLst>
          </p:nvPr>
        </p:nvGraphicFramePr>
        <p:xfrm>
          <a:off x="500062" y="2000250"/>
          <a:ext cx="8258176" cy="4226815"/>
        </p:xfrm>
        <a:graphic>
          <a:graphicData uri="http://schemas.openxmlformats.org/drawingml/2006/table">
            <a:tbl>
              <a:tblPr firstRow="1" bandRow="1">
                <a:tableStyleId>{5C22544A-7EE6-4342-B048-85BDC9FD1C3A}</a:tableStyleId>
              </a:tblPr>
              <a:tblGrid>
                <a:gridCol w="2064544">
                  <a:extLst>
                    <a:ext uri="{9D8B030D-6E8A-4147-A177-3AD203B41FA5}">
                      <a16:colId xmlns:a16="http://schemas.microsoft.com/office/drawing/2014/main" val="20000"/>
                    </a:ext>
                  </a:extLst>
                </a:gridCol>
                <a:gridCol w="2064544">
                  <a:extLst>
                    <a:ext uri="{9D8B030D-6E8A-4147-A177-3AD203B41FA5}">
                      <a16:colId xmlns:a16="http://schemas.microsoft.com/office/drawing/2014/main" val="20001"/>
                    </a:ext>
                  </a:extLst>
                </a:gridCol>
                <a:gridCol w="2064544">
                  <a:extLst>
                    <a:ext uri="{9D8B030D-6E8A-4147-A177-3AD203B41FA5}">
                      <a16:colId xmlns:a16="http://schemas.microsoft.com/office/drawing/2014/main" val="20002"/>
                    </a:ext>
                  </a:extLst>
                </a:gridCol>
                <a:gridCol w="2064544">
                  <a:extLst>
                    <a:ext uri="{9D8B030D-6E8A-4147-A177-3AD203B41FA5}">
                      <a16:colId xmlns:a16="http://schemas.microsoft.com/office/drawing/2014/main" val="20003"/>
                    </a:ext>
                  </a:extLst>
                </a:gridCol>
              </a:tblGrid>
              <a:tr h="640151">
                <a:tc>
                  <a:txBody>
                    <a:bodyPr/>
                    <a:lstStyle/>
                    <a:p>
                      <a:pPr algn="ctr"/>
                      <a:r>
                        <a:rPr lang="es-VE" sz="1800"/>
                        <a:t>Aprobador</a:t>
                      </a:r>
                    </a:p>
                  </a:txBody>
                  <a:tcPr marL="91439" marR="91439" marT="45725" marB="45725"/>
                </a:tc>
                <a:tc>
                  <a:txBody>
                    <a:bodyPr/>
                    <a:lstStyle/>
                    <a:p>
                      <a:pPr algn="ctr"/>
                      <a:r>
                        <a:rPr lang="es-VE" sz="1800"/>
                        <a:t>Cargo en la organización</a:t>
                      </a:r>
                    </a:p>
                  </a:txBody>
                  <a:tcPr marL="91439" marR="91439" marT="45725" marB="45725"/>
                </a:tc>
                <a:tc>
                  <a:txBody>
                    <a:bodyPr/>
                    <a:lstStyle/>
                    <a:p>
                      <a:pPr algn="ctr"/>
                      <a:r>
                        <a:rPr lang="es-VE" sz="1800"/>
                        <a:t>Firma</a:t>
                      </a:r>
                    </a:p>
                  </a:txBody>
                  <a:tcPr marL="91439" marR="91439" marT="45725" marB="45725"/>
                </a:tc>
                <a:tc>
                  <a:txBody>
                    <a:bodyPr/>
                    <a:lstStyle/>
                    <a:p>
                      <a:pPr algn="ctr"/>
                      <a:r>
                        <a:rPr lang="es-VE" sz="1800"/>
                        <a:t>Fecha</a:t>
                      </a:r>
                    </a:p>
                  </a:txBody>
                  <a:tcPr marL="91439" marR="91439" marT="45725" marB="45725"/>
                </a:tc>
                <a:extLst>
                  <a:ext uri="{0D108BD9-81ED-4DB2-BD59-A6C34878D82A}">
                    <a16:rowId xmlns:a16="http://schemas.microsoft.com/office/drawing/2014/main" val="10000"/>
                  </a:ext>
                </a:extLst>
              </a:tr>
              <a:tr h="3708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VE" sz="1800" b="0" i="0">
                          <a:solidFill>
                            <a:schemeClr val="tx1"/>
                          </a:solidFill>
                        </a:rPr>
                        <a:t>Raúl Alejandro Calderón Hernández </a:t>
                      </a:r>
                    </a:p>
                    <a:p>
                      <a:endParaRPr lang="es-VE" sz="1800"/>
                    </a:p>
                  </a:txBody>
                  <a:tcPr marL="91439" marR="91439" marT="45725" marB="45725"/>
                </a:tc>
                <a:tc>
                  <a:txBody>
                    <a:bodyPr/>
                    <a:lstStyle/>
                    <a:p>
                      <a:r>
                        <a:rPr lang="es-VE" sz="1800"/>
                        <a:t>Patrocinador </a:t>
                      </a:r>
                    </a:p>
                  </a:txBody>
                  <a:tcPr marL="91439" marR="91439" marT="45725" marB="45725"/>
                </a:tc>
                <a:tc>
                  <a:txBody>
                    <a:bodyPr/>
                    <a:lstStyle/>
                    <a:p>
                      <a:endParaRPr lang="es-VE" sz="1800"/>
                    </a:p>
                  </a:txBody>
                  <a:tcPr marL="91439" marR="91439" marT="45725" marB="45725"/>
                </a:tc>
                <a:tc>
                  <a:txBody>
                    <a:bodyPr/>
                    <a:lstStyle/>
                    <a:p>
                      <a:r>
                        <a:rPr lang="es-VE" sz="1800"/>
                        <a:t>03/10/2025</a:t>
                      </a:r>
                    </a:p>
                  </a:txBody>
                  <a:tcPr marL="91439" marR="91439" marT="45725" marB="45725"/>
                </a:tc>
                <a:extLst>
                  <a:ext uri="{0D108BD9-81ED-4DB2-BD59-A6C34878D82A}">
                    <a16:rowId xmlns:a16="http://schemas.microsoft.com/office/drawing/2014/main" val="10001"/>
                  </a:ext>
                </a:extLst>
              </a:tr>
              <a:tr h="370881">
                <a:tc>
                  <a:txBody>
                    <a:bodyPr/>
                    <a:lstStyle/>
                    <a:p>
                      <a:r>
                        <a:rPr lang="es-VE" sz="1800" dirty="0"/>
                        <a:t>Ing. </a:t>
                      </a:r>
                      <a:r>
                        <a:rPr lang="es-VE" sz="1800" dirty="0" err="1"/>
                        <a:t>Hazem</a:t>
                      </a:r>
                      <a:r>
                        <a:rPr lang="es-VE" sz="1800" dirty="0"/>
                        <a:t> Álvarez Rodríguez </a:t>
                      </a:r>
                    </a:p>
                    <a:p>
                      <a:endParaRPr lang="es-VE" sz="1800" dirty="0"/>
                    </a:p>
                  </a:txBody>
                  <a:tcPr marL="91439" marR="91439" marT="45725" marB="45725"/>
                </a:tc>
                <a:tc>
                  <a:txBody>
                    <a:bodyPr/>
                    <a:lstStyle/>
                    <a:p>
                      <a:r>
                        <a:rPr lang="es-VE" sz="1800" dirty="0"/>
                        <a:t>Cliente </a:t>
                      </a:r>
                    </a:p>
                  </a:txBody>
                  <a:tcPr marL="91439" marR="91439" marT="45725" marB="45725"/>
                </a:tc>
                <a:tc>
                  <a:txBody>
                    <a:bodyPr/>
                    <a:lstStyle/>
                    <a:p>
                      <a:endParaRPr lang="es-VE" sz="1800"/>
                    </a:p>
                  </a:txBody>
                  <a:tcPr marL="91439" marR="91439" marT="45725" marB="45725"/>
                </a:tc>
                <a:tc>
                  <a:txBody>
                    <a:bodyPr/>
                    <a:lstStyle/>
                    <a:p>
                      <a:r>
                        <a:rPr lang="es-VE" sz="1800" u="sng"/>
                        <a:t>03/10/2025</a:t>
                      </a:r>
                    </a:p>
                  </a:txBody>
                  <a:tcPr marL="91439" marR="91439" marT="45725" marB="45725"/>
                </a:tc>
                <a:extLst>
                  <a:ext uri="{0D108BD9-81ED-4DB2-BD59-A6C34878D82A}">
                    <a16:rowId xmlns:a16="http://schemas.microsoft.com/office/drawing/2014/main" val="10002"/>
                  </a:ext>
                </a:extLst>
              </a:tr>
              <a:tr h="370881">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3"/>
                  </a:ext>
                </a:extLst>
              </a:tr>
              <a:tr h="370881">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4"/>
                  </a:ext>
                </a:extLst>
              </a:tr>
              <a:tr h="370881">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5"/>
                  </a:ext>
                </a:extLst>
              </a:tr>
              <a:tr h="370881">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dirty="0"/>
                    </a:p>
                  </a:txBody>
                  <a:tcPr marL="91439" marR="91439" marT="45725" marB="45725"/>
                </a:tc>
                <a:extLst>
                  <a:ext uri="{0D108BD9-81ED-4DB2-BD59-A6C34878D82A}">
                    <a16:rowId xmlns:a16="http://schemas.microsoft.com/office/drawing/2014/main" val="10006"/>
                  </a:ext>
                </a:extLst>
              </a:tr>
            </a:tbl>
          </a:graphicData>
        </a:graphic>
      </p:graphicFrame>
      <p:sp>
        <p:nvSpPr>
          <p:cNvPr id="17453" name="5 Marcador de número de diapositiva">
            <a:extLst>
              <a:ext uri="{FF2B5EF4-FFF2-40B4-BE49-F238E27FC236}">
                <a16:creationId xmlns:a16="http://schemas.microsoft.com/office/drawing/2014/main" id="{DC788858-34F9-9071-EC40-A504FD62D3B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FF80337-60B8-412E-AC94-F59142011284}" type="slidenum">
              <a:rPr lang="es-VE" altLang="es-MX" sz="1200">
                <a:solidFill>
                  <a:srgbClr val="898989"/>
                </a:solidFill>
              </a:rPr>
              <a:pPr>
                <a:spcBef>
                  <a:spcPct val="0"/>
                </a:spcBef>
                <a:buFontTx/>
                <a:buNone/>
              </a:pPr>
              <a:t>12</a:t>
            </a:fld>
            <a:endParaRPr lang="es-VE" altLang="es-MX"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0891F-C01A-9C27-AE35-AD50275094CF}"/>
            </a:ext>
          </a:extLst>
        </p:cNvPr>
        <p:cNvGrpSpPr/>
        <p:nvPr/>
      </p:nvGrpSpPr>
      <p:grpSpPr>
        <a:xfrm>
          <a:off x="0" y="0"/>
          <a:ext cx="0" cy="0"/>
          <a:chOff x="0" y="0"/>
          <a:chExt cx="0" cy="0"/>
        </a:xfrm>
      </p:grpSpPr>
      <p:sp>
        <p:nvSpPr>
          <p:cNvPr id="6146" name="1 Título">
            <a:extLst>
              <a:ext uri="{FF2B5EF4-FFF2-40B4-BE49-F238E27FC236}">
                <a16:creationId xmlns:a16="http://schemas.microsoft.com/office/drawing/2014/main" id="{56FA6E80-6EF9-7A3D-F9BA-17908E5FB4D1}"/>
              </a:ext>
            </a:extLst>
          </p:cNvPr>
          <p:cNvSpPr>
            <a:spLocks noGrp="1"/>
          </p:cNvSpPr>
          <p:nvPr>
            <p:ph type="ctrTitle"/>
          </p:nvPr>
        </p:nvSpPr>
        <p:spPr/>
        <p:txBody>
          <a:bodyPr/>
          <a:lstStyle/>
          <a:p>
            <a:pPr eaLnBrk="1" hangingPunct="1">
              <a:defRPr/>
            </a:pPr>
            <a:r>
              <a:rPr lang="es-VE" b="1"/>
              <a:t>Caso de Negocio</a:t>
            </a:r>
            <a:br>
              <a:rPr lang="es-VE" b="1"/>
            </a:br>
            <a:r>
              <a:rPr lang="es-VE" sz="2400" b="1">
                <a:solidFill>
                  <a:srgbClr val="00B050"/>
                </a:solidFill>
              </a:rPr>
              <a:t> Integración Escolar </a:t>
            </a:r>
            <a:endParaRPr lang="es-VE" sz="2400" b="1">
              <a:solidFill>
                <a:srgbClr val="00B050"/>
              </a:solidFill>
              <a:latin typeface="+mn-lt"/>
              <a:ea typeface="+mn-ea"/>
              <a:cs typeface="+mn-cs"/>
            </a:endParaRPr>
          </a:p>
        </p:txBody>
      </p:sp>
      <p:sp>
        <p:nvSpPr>
          <p:cNvPr id="3" name="2 Subtítulo">
            <a:extLst>
              <a:ext uri="{FF2B5EF4-FFF2-40B4-BE49-F238E27FC236}">
                <a16:creationId xmlns:a16="http://schemas.microsoft.com/office/drawing/2014/main" id="{9FF3BA87-BE7C-D32F-FB46-126CE7A0AD86}"/>
              </a:ext>
            </a:extLst>
          </p:cNvPr>
          <p:cNvSpPr>
            <a:spLocks noGrp="1"/>
          </p:cNvSpPr>
          <p:nvPr>
            <p:ph type="subTitle" idx="1"/>
          </p:nvPr>
        </p:nvSpPr>
        <p:spPr>
          <a:xfrm>
            <a:off x="1500188" y="3786188"/>
            <a:ext cx="6400800" cy="1500187"/>
          </a:xfrm>
        </p:spPr>
        <p:txBody>
          <a:bodyPr rtlCol="0">
            <a:normAutofit fontScale="70000" lnSpcReduction="20000"/>
          </a:bodyPr>
          <a:lstStyle/>
          <a:p>
            <a:pPr algn="l" eaLnBrk="1" fontAlgn="auto" hangingPunct="1">
              <a:spcAft>
                <a:spcPts val="0"/>
              </a:spcAft>
              <a:defRPr/>
            </a:pPr>
            <a:r>
              <a:rPr lang="es-VE" sz="3100" b="1"/>
              <a:t>Organización: </a:t>
            </a:r>
            <a:r>
              <a:rPr lang="es-VE" sz="3100" b="1">
                <a:solidFill>
                  <a:srgbClr val="00B050"/>
                </a:solidFill>
              </a:rPr>
              <a:t>Centro Universitario UAEM Zumpango</a:t>
            </a:r>
          </a:p>
          <a:p>
            <a:pPr algn="l" eaLnBrk="1" fontAlgn="auto" hangingPunct="1">
              <a:spcAft>
                <a:spcPts val="0"/>
              </a:spcAft>
              <a:defRPr/>
            </a:pPr>
            <a:r>
              <a:rPr lang="es-VE" sz="3100" b="1"/>
              <a:t>Fecha:</a:t>
            </a:r>
            <a:r>
              <a:rPr lang="es-VE" sz="3100"/>
              <a:t> </a:t>
            </a:r>
            <a:r>
              <a:rPr lang="es-VE" sz="3100" b="1">
                <a:solidFill>
                  <a:srgbClr val="00B050"/>
                </a:solidFill>
              </a:rPr>
              <a:t>[01/10/2025]</a:t>
            </a:r>
          </a:p>
          <a:p>
            <a:pPr algn="l" eaLnBrk="1" fontAlgn="auto" hangingPunct="1">
              <a:spcAft>
                <a:spcPts val="0"/>
              </a:spcAft>
              <a:defRPr/>
            </a:pPr>
            <a:r>
              <a:rPr lang="es-VE" sz="3100" b="1"/>
              <a:t>Cliente: </a:t>
            </a:r>
            <a:r>
              <a:rPr lang="es-VE" sz="3100" b="1">
                <a:solidFill>
                  <a:srgbClr val="00B050"/>
                </a:solidFill>
              </a:rPr>
              <a:t>Ing. </a:t>
            </a:r>
            <a:r>
              <a:rPr lang="es-VE" sz="3100" b="1" err="1">
                <a:solidFill>
                  <a:srgbClr val="00B050"/>
                </a:solidFill>
              </a:rPr>
              <a:t>Hazem</a:t>
            </a:r>
            <a:r>
              <a:rPr lang="es-VE" sz="3100" b="1">
                <a:solidFill>
                  <a:srgbClr val="00B050"/>
                </a:solidFill>
              </a:rPr>
              <a:t> Álvarez Rodríguez </a:t>
            </a:r>
          </a:p>
          <a:p>
            <a:pPr algn="l" eaLnBrk="1" fontAlgn="auto" hangingPunct="1">
              <a:spcAft>
                <a:spcPts val="0"/>
              </a:spcAft>
              <a:defRPr/>
            </a:pPr>
            <a:r>
              <a:rPr lang="es-VE" sz="3100" b="1"/>
              <a:t>Patrocinador: </a:t>
            </a:r>
            <a:r>
              <a:rPr lang="es-VE" sz="3100" b="1">
                <a:solidFill>
                  <a:srgbClr val="00B050"/>
                </a:solidFill>
              </a:rPr>
              <a:t>Raúl Alejandro Calderón Hernández </a:t>
            </a:r>
          </a:p>
          <a:p>
            <a:pPr algn="l" eaLnBrk="1" fontAlgn="auto" hangingPunct="1">
              <a:spcAft>
                <a:spcPts val="0"/>
              </a:spcAft>
              <a:defRPr/>
            </a:pPr>
            <a:endParaRPr lang="es-VE" sz="2800" b="1"/>
          </a:p>
          <a:p>
            <a:pPr algn="l" eaLnBrk="1" fontAlgn="auto" hangingPunct="1">
              <a:spcAft>
                <a:spcPts val="0"/>
              </a:spcAft>
              <a:defRPr/>
            </a:pPr>
            <a:endParaRPr lang="es-VE" sz="2800" b="1">
              <a:solidFill>
                <a:srgbClr val="00B050"/>
              </a:solidFill>
            </a:endParaRPr>
          </a:p>
        </p:txBody>
      </p:sp>
      <p:sp>
        <p:nvSpPr>
          <p:cNvPr id="7172" name="3 Marcador de número de diapositiva">
            <a:extLst>
              <a:ext uri="{FF2B5EF4-FFF2-40B4-BE49-F238E27FC236}">
                <a16:creationId xmlns:a16="http://schemas.microsoft.com/office/drawing/2014/main" id="{AC314C86-42EA-3F50-CE94-9E5D6DCFEE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FCEC3EC-DA3A-41DE-99DE-7CB20416C431}" type="slidenum">
              <a:rPr lang="es-VE" altLang="es-MX" sz="1200">
                <a:solidFill>
                  <a:srgbClr val="898989"/>
                </a:solidFill>
              </a:rPr>
              <a:pPr>
                <a:spcBef>
                  <a:spcPct val="0"/>
                </a:spcBef>
                <a:buFontTx/>
                <a:buNone/>
              </a:pPr>
              <a:t>13</a:t>
            </a:fld>
            <a:endParaRPr lang="es-VE" altLang="es-MX" sz="1200">
              <a:solidFill>
                <a:srgbClr val="898989"/>
              </a:solidFill>
            </a:endParaRPr>
          </a:p>
        </p:txBody>
      </p:sp>
    </p:spTree>
    <p:extLst>
      <p:ext uri="{BB962C8B-B14F-4D97-AF65-F5344CB8AC3E}">
        <p14:creationId xmlns:p14="http://schemas.microsoft.com/office/powerpoint/2010/main" val="237231137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43299af-12c5-4a94-a2c7-c86c78b36c9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7E59C22AA6E640B3BDD78573C6C896" ma:contentTypeVersion="15" ma:contentTypeDescription="Create a new document." ma:contentTypeScope="" ma:versionID="38c88717cfbb0d8501c1cdd4477aa2f1">
  <xsd:schema xmlns:xsd="http://www.w3.org/2001/XMLSchema" xmlns:xs="http://www.w3.org/2001/XMLSchema" xmlns:p="http://schemas.microsoft.com/office/2006/metadata/properties" xmlns:ns3="4ed9d6d6-5ffe-47a9-86e3-4156f6b81eb7" xmlns:ns4="943299af-12c5-4a94-a2c7-c86c78b36c95" targetNamespace="http://schemas.microsoft.com/office/2006/metadata/properties" ma:root="true" ma:fieldsID="819163700db3c75cca96db026112fee2" ns3:_="" ns4:_="">
    <xsd:import namespace="4ed9d6d6-5ffe-47a9-86e3-4156f6b81eb7"/>
    <xsd:import namespace="943299af-12c5-4a94-a2c7-c86c78b36c9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LengthInSeconds" minOccurs="0"/>
                <xsd:element ref="ns4:_activity" minOccurs="0"/>
                <xsd:element ref="ns4:MediaServiceSearchProperties" minOccurs="0"/>
                <xsd:element ref="ns4:MediaServiceObjectDetectorVersions" minOccurs="0"/>
                <xsd:element ref="ns4:MediaServiceSystemTags"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d9d6d6-5ffe-47a9-86e3-4156f6b81eb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3299af-12c5-4a94-a2c7-c86c78b36c9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7760E9-00A2-4851-A54B-59B347F747B1}">
  <ds:schemaRefs>
    <ds:schemaRef ds:uri="http://schemas.microsoft.com/office/infopath/2007/PartnerControls"/>
    <ds:schemaRef ds:uri="http://purl.org/dc/dcmitype/"/>
    <ds:schemaRef ds:uri="http://schemas.microsoft.com/office/2006/documentManagement/types"/>
    <ds:schemaRef ds:uri="http://schemas.microsoft.com/office/2006/metadata/properties"/>
    <ds:schemaRef ds:uri="943299af-12c5-4a94-a2c7-c86c78b36c95"/>
    <ds:schemaRef ds:uri="4ed9d6d6-5ffe-47a9-86e3-4156f6b81eb7"/>
    <ds:schemaRef ds:uri="http://purl.org/dc/elements/1.1/"/>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6AE2B60-05F4-4BDD-BA48-EE1444EC1471}">
  <ds:schemaRefs>
    <ds:schemaRef ds:uri="http://schemas.microsoft.com/sharepoint/v3/contenttype/forms"/>
  </ds:schemaRefs>
</ds:datastoreItem>
</file>

<file path=customXml/itemProps3.xml><?xml version="1.0" encoding="utf-8"?>
<ds:datastoreItem xmlns:ds="http://schemas.openxmlformats.org/officeDocument/2006/customXml" ds:itemID="{B5775FD4-75F8-455F-A0F9-691D45E344A9}">
  <ds:schemaRefs>
    <ds:schemaRef ds:uri="4ed9d6d6-5ffe-47a9-86e3-4156f6b81eb7"/>
    <ds:schemaRef ds:uri="943299af-12c5-4a94-a2c7-c86c78b36c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TotalTime>
  <Words>1270</Words>
  <Application>Microsoft Office PowerPoint</Application>
  <PresentationFormat>Presentación en pantalla (4:3)</PresentationFormat>
  <Paragraphs>126</Paragraphs>
  <Slides>13</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Tema de Office</vt:lpstr>
      <vt:lpstr>Caso de Negocio  Integración Escolar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 de Negocio  Integración Escolar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admin</dc:creator>
  <cp:lastModifiedBy>DANIELA JOSELIN FALCON SIERRA</cp:lastModifiedBy>
  <cp:revision>2</cp:revision>
  <dcterms:created xsi:type="dcterms:W3CDTF">2013-07-13T16:52:20Z</dcterms:created>
  <dcterms:modified xsi:type="dcterms:W3CDTF">2025-11-28T01:36:09Z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0x010100D47E59C22AA6E640B3BDD78573C6C896</vt:lpwstr>
  </property>
</Properties>
</file>